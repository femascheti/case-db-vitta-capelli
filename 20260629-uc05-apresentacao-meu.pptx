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63" r:id="rId4"/>
    <p:sldId id="258" r:id="rId5"/>
    <p:sldId id="259" r:id="rId6"/>
    <p:sldId id="260" r:id="rId7"/>
    <p:sldId id="261" r:id="rId8"/>
    <p:sldId id="262" r:id="rId9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02A33D6-44DB-4083-8214-D970B236D7ED}" v="25" dt="2026-06-30T12:53:12.339"/>
  </p1510:revLst>
</p1510:revInfo>
</file>

<file path=ppt/tableStyles.xml><?xml version="1.0" encoding="utf-8"?>
<a:tblStyleLst xmlns:a="http://schemas.openxmlformats.org/drawingml/2006/main" def="{5C22544A-7EE6-4342-B048-85BDC9FD1C3A}">
  <a:tblStyle styleId="{FABFCF23-3B69-468F-B69F-88F6DE6A72F2}" styleName="Estilo Médio 1 - Ênfase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21E4AEA4-8DFA-4A89-87EB-49C32662AFE0}" styleName="Estilo Médio 2 - Ênfas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16DA210-FB5B-4158-B5E0-FEB733F419BA}" styleName="Estilo Claro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5186" autoAdjust="0"/>
  </p:normalViewPr>
  <p:slideViewPr>
    <p:cSldViewPr snapToGrid="0">
      <p:cViewPr varScale="1">
        <p:scale>
          <a:sx n="49" d="100"/>
          <a:sy n="49" d="100"/>
        </p:scale>
        <p:origin x="66" y="7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ERNANDA FEIJO MASCHETI" userId="S::fernanda.fmascheti@senacsp.edu.br::3b5fc639-18de-4d41-8450-c10a405de25b" providerId="AD" clId="Web-{195F7811-9176-65E8-0064-2DE8C382D3E6}"/>
    <pc:docChg chg="modSld">
      <pc:chgData name="FERNANDA FEIJO MASCHETI" userId="S::fernanda.fmascheti@senacsp.edu.br::3b5fc639-18de-4d41-8450-c10a405de25b" providerId="AD" clId="Web-{195F7811-9176-65E8-0064-2DE8C382D3E6}" dt="2026-06-25T12:04:15.823" v="0"/>
      <pc:docMkLst>
        <pc:docMk/>
      </pc:docMkLst>
    </pc:docChg>
  </pc:docChgLst>
  <pc:docChgLst>
    <pc:chgData name="LUCAS RIO BRANCO GONCALVES" userId="S::lucas.rbgoncalves@senacsp.edu.br::e333823d-9e8d-400e-89ec-640daa6bdee7" providerId="AD" clId="Web-{5869AED6-2291-8616-1DC2-C3DE1C3809F1}"/>
    <pc:docChg chg="modSld">
      <pc:chgData name="LUCAS RIO BRANCO GONCALVES" userId="S::lucas.rbgoncalves@senacsp.edu.br::e333823d-9e8d-400e-89ec-640daa6bdee7" providerId="AD" clId="Web-{5869AED6-2291-8616-1DC2-C3DE1C3809F1}" dt="2026-06-25T14:18:14.561" v="0"/>
      <pc:docMkLst>
        <pc:docMk/>
      </pc:docMkLst>
    </pc:docChg>
  </pc:docChgLst>
  <pc:docChgLst>
    <pc:chgData name="FERNANDA FEIJO MASCHETI" userId="3b5fc639-18de-4d41-8450-c10a405de25b" providerId="ADAL" clId="{BC627C21-9DB4-4E06-BAFD-8FE82EAE94D7}"/>
    <pc:docChg chg="undo custSel addSld delSld modSld sldOrd">
      <pc:chgData name="FERNANDA FEIJO MASCHETI" userId="3b5fc639-18de-4d41-8450-c10a405de25b" providerId="ADAL" clId="{BC627C21-9DB4-4E06-BAFD-8FE82EAE94D7}" dt="2026-06-23T10:53:54.038" v="778" actId="20577"/>
      <pc:docMkLst>
        <pc:docMk/>
      </pc:docMkLst>
      <pc:sldChg chg="modSp mod setBg">
        <pc:chgData name="FERNANDA FEIJO MASCHETI" userId="3b5fc639-18de-4d41-8450-c10a405de25b" providerId="ADAL" clId="{BC627C21-9DB4-4E06-BAFD-8FE82EAE94D7}" dt="2026-06-23T10:22:48.643" v="2" actId="207"/>
        <pc:sldMkLst>
          <pc:docMk/>
          <pc:sldMk cId="3418876810" sldId="256"/>
        </pc:sldMkLst>
        <pc:spChg chg="mod">
          <ac:chgData name="FERNANDA FEIJO MASCHETI" userId="3b5fc639-18de-4d41-8450-c10a405de25b" providerId="ADAL" clId="{BC627C21-9DB4-4E06-BAFD-8FE82EAE94D7}" dt="2026-06-23T10:22:48.643" v="2" actId="207"/>
          <ac:spMkLst>
            <pc:docMk/>
            <pc:sldMk cId="3418876810" sldId="256"/>
            <ac:spMk id="2" creationId="{3D1E4C3B-42A8-809F-BC4B-03E535910678}"/>
          </ac:spMkLst>
        </pc:spChg>
      </pc:sldChg>
    </pc:docChg>
  </pc:docChgLst>
  <pc:docChgLst>
    <pc:chgData name="FERNANDA FEIJO MASCHETI" userId="3b5fc639-18de-4d41-8450-c10a405de25b" providerId="ADAL" clId="{D3F52984-DB93-4410-8E49-849A77E2AEF7}"/>
    <pc:docChg chg="undo custSel addSld delSld modSld sldOrd">
      <pc:chgData name="FERNANDA FEIJO MASCHETI" userId="3b5fc639-18de-4d41-8450-c10a405de25b" providerId="ADAL" clId="{D3F52984-DB93-4410-8E49-849A77E2AEF7}" dt="2026-06-30T12:56:03.332" v="3197" actId="20577"/>
      <pc:docMkLst>
        <pc:docMk/>
      </pc:docMkLst>
      <pc:sldChg chg="modSp mod">
        <pc:chgData name="FERNANDA FEIJO MASCHETI" userId="3b5fc639-18de-4d41-8450-c10a405de25b" providerId="ADAL" clId="{D3F52984-DB93-4410-8E49-849A77E2AEF7}" dt="2026-06-29T12:02:24.768" v="2681" actId="1076"/>
        <pc:sldMkLst>
          <pc:docMk/>
          <pc:sldMk cId="3418876810" sldId="256"/>
        </pc:sldMkLst>
        <pc:spChg chg="mod">
          <ac:chgData name="FERNANDA FEIJO MASCHETI" userId="3b5fc639-18de-4d41-8450-c10a405de25b" providerId="ADAL" clId="{D3F52984-DB93-4410-8E49-849A77E2AEF7}" dt="2026-06-29T12:02:17.778" v="2680" actId="20577"/>
          <ac:spMkLst>
            <pc:docMk/>
            <pc:sldMk cId="3418876810" sldId="256"/>
            <ac:spMk id="2" creationId="{3D1E4C3B-42A8-809F-BC4B-03E535910678}"/>
          </ac:spMkLst>
        </pc:spChg>
        <pc:spChg chg="mod">
          <ac:chgData name="FERNANDA FEIJO MASCHETI" userId="3b5fc639-18de-4d41-8450-c10a405de25b" providerId="ADAL" clId="{D3F52984-DB93-4410-8E49-849A77E2AEF7}" dt="2026-06-29T12:02:24.768" v="2681" actId="1076"/>
          <ac:spMkLst>
            <pc:docMk/>
            <pc:sldMk cId="3418876810" sldId="256"/>
            <ac:spMk id="7" creationId="{A71CA0CD-84FD-2105-7A50-2F302F471B47}"/>
          </ac:spMkLst>
        </pc:spChg>
      </pc:sldChg>
      <pc:sldChg chg="addSp modSp mod">
        <pc:chgData name="FERNANDA FEIJO MASCHETI" userId="3b5fc639-18de-4d41-8450-c10a405de25b" providerId="ADAL" clId="{D3F52984-DB93-4410-8E49-849A77E2AEF7}" dt="2026-06-30T12:51:49.931" v="2815" actId="1076"/>
        <pc:sldMkLst>
          <pc:docMk/>
          <pc:sldMk cId="2799583834" sldId="257"/>
        </pc:sldMkLst>
        <pc:spChg chg="mod">
          <ac:chgData name="FERNANDA FEIJO MASCHETI" userId="3b5fc639-18de-4d41-8450-c10a405de25b" providerId="ADAL" clId="{D3F52984-DB93-4410-8E49-849A77E2AEF7}" dt="2026-06-29T11:59:11.243" v="2619" actId="207"/>
          <ac:spMkLst>
            <pc:docMk/>
            <pc:sldMk cId="2799583834" sldId="257"/>
            <ac:spMk id="2" creationId="{B13A2B56-1900-20BF-5AB9-5A677077F844}"/>
          </ac:spMkLst>
        </pc:spChg>
        <pc:spChg chg="mod">
          <ac:chgData name="FERNANDA FEIJO MASCHETI" userId="3b5fc639-18de-4d41-8450-c10a405de25b" providerId="ADAL" clId="{D3F52984-DB93-4410-8E49-849A77E2AEF7}" dt="2026-06-29T11:59:11.243" v="2619" actId="207"/>
          <ac:spMkLst>
            <pc:docMk/>
            <pc:sldMk cId="2799583834" sldId="257"/>
            <ac:spMk id="3" creationId="{688C8E59-FB0F-5A80-C4AC-8538B6CEF1AF}"/>
          </ac:spMkLst>
        </pc:spChg>
        <pc:spChg chg="add mod">
          <ac:chgData name="FERNANDA FEIJO MASCHETI" userId="3b5fc639-18de-4d41-8450-c10a405de25b" providerId="ADAL" clId="{D3F52984-DB93-4410-8E49-849A77E2AEF7}" dt="2026-06-30T12:51:38.960" v="2812" actId="1076"/>
          <ac:spMkLst>
            <pc:docMk/>
            <pc:sldMk cId="2799583834" sldId="257"/>
            <ac:spMk id="4" creationId="{2B57EE9E-4B5F-53C5-C2BD-F977F9162BE6}"/>
          </ac:spMkLst>
        </pc:spChg>
        <pc:spChg chg="add mod">
          <ac:chgData name="FERNANDA FEIJO MASCHETI" userId="3b5fc639-18de-4d41-8450-c10a405de25b" providerId="ADAL" clId="{D3F52984-DB93-4410-8E49-849A77E2AEF7}" dt="2026-06-30T12:51:38.960" v="2812" actId="1076"/>
          <ac:spMkLst>
            <pc:docMk/>
            <pc:sldMk cId="2799583834" sldId="257"/>
            <ac:spMk id="5" creationId="{6205082D-3274-9638-7145-07576740892F}"/>
          </ac:spMkLst>
        </pc:spChg>
        <pc:spChg chg="add mod">
          <ac:chgData name="FERNANDA FEIJO MASCHETI" userId="3b5fc639-18de-4d41-8450-c10a405de25b" providerId="ADAL" clId="{D3F52984-DB93-4410-8E49-849A77E2AEF7}" dt="2026-06-30T12:51:49.931" v="2815" actId="1076"/>
          <ac:spMkLst>
            <pc:docMk/>
            <pc:sldMk cId="2799583834" sldId="257"/>
            <ac:spMk id="6" creationId="{1EB97185-6130-E54B-A3C1-B526F207B6CD}"/>
          </ac:spMkLst>
        </pc:spChg>
        <pc:spChg chg="add mod">
          <ac:chgData name="FERNANDA FEIJO MASCHETI" userId="3b5fc639-18de-4d41-8450-c10a405de25b" providerId="ADAL" clId="{D3F52984-DB93-4410-8E49-849A77E2AEF7}" dt="2026-06-30T12:51:38.960" v="2812" actId="1076"/>
          <ac:spMkLst>
            <pc:docMk/>
            <pc:sldMk cId="2799583834" sldId="257"/>
            <ac:spMk id="7" creationId="{9B07B6B1-AC29-A751-C82A-6E80EA74D62C}"/>
          </ac:spMkLst>
        </pc:spChg>
        <pc:spChg chg="add">
          <ac:chgData name="FERNANDA FEIJO MASCHETI" userId="3b5fc639-18de-4d41-8450-c10a405de25b" providerId="ADAL" clId="{D3F52984-DB93-4410-8E49-849A77E2AEF7}" dt="2026-06-30T12:51:45.328" v="2814" actId="22"/>
          <ac:spMkLst>
            <pc:docMk/>
            <pc:sldMk cId="2799583834" sldId="257"/>
            <ac:spMk id="9" creationId="{0E22286B-3D93-6952-22B7-02BDFA6A9638}"/>
          </ac:spMkLst>
        </pc:spChg>
      </pc:sldChg>
      <pc:sldChg chg="addSp delSp modSp mod">
        <pc:chgData name="FERNANDA FEIJO MASCHETI" userId="3b5fc639-18de-4d41-8450-c10a405de25b" providerId="ADAL" clId="{D3F52984-DB93-4410-8E49-849A77E2AEF7}" dt="2026-06-30T12:48:28.586" v="2787" actId="11529"/>
        <pc:sldMkLst>
          <pc:docMk/>
          <pc:sldMk cId="1844253624" sldId="258"/>
        </pc:sldMkLst>
        <pc:spChg chg="mod">
          <ac:chgData name="FERNANDA FEIJO MASCHETI" userId="3b5fc639-18de-4d41-8450-c10a405de25b" providerId="ADAL" clId="{D3F52984-DB93-4410-8E49-849A77E2AEF7}" dt="2026-06-29T11:59:06.626" v="2618" actId="207"/>
          <ac:spMkLst>
            <pc:docMk/>
            <pc:sldMk cId="1844253624" sldId="258"/>
            <ac:spMk id="2" creationId="{ECEBB52B-94F0-2FF9-F537-F8C23DE9B4CA}"/>
          </ac:spMkLst>
        </pc:spChg>
        <pc:spChg chg="mod">
          <ac:chgData name="FERNANDA FEIJO MASCHETI" userId="3b5fc639-18de-4d41-8450-c10a405de25b" providerId="ADAL" clId="{D3F52984-DB93-4410-8E49-849A77E2AEF7}" dt="2026-06-29T12:01:20.404" v="2672" actId="207"/>
          <ac:spMkLst>
            <pc:docMk/>
            <pc:sldMk cId="1844253624" sldId="258"/>
            <ac:spMk id="3" creationId="{8425BCA1-4D2B-E57A-5CE4-031C31809356}"/>
          </ac:spMkLst>
        </pc:spChg>
        <pc:spChg chg="add del">
          <ac:chgData name="FERNANDA FEIJO MASCHETI" userId="3b5fc639-18de-4d41-8450-c10a405de25b" providerId="ADAL" clId="{D3F52984-DB93-4410-8E49-849A77E2AEF7}" dt="2026-06-30T12:48:28.586" v="2787" actId="11529"/>
          <ac:spMkLst>
            <pc:docMk/>
            <pc:sldMk cId="1844253624" sldId="258"/>
            <ac:spMk id="4" creationId="{81E947E0-A98B-A9D9-92CD-1B07766F5646}"/>
          </ac:spMkLst>
        </pc:spChg>
      </pc:sldChg>
      <pc:sldChg chg="addSp delSp modSp mod">
        <pc:chgData name="FERNANDA FEIJO MASCHETI" userId="3b5fc639-18de-4d41-8450-c10a405de25b" providerId="ADAL" clId="{D3F52984-DB93-4410-8E49-849A77E2AEF7}" dt="2026-06-30T12:52:57.988" v="2831" actId="478"/>
        <pc:sldMkLst>
          <pc:docMk/>
          <pc:sldMk cId="2924147060" sldId="259"/>
        </pc:sldMkLst>
        <pc:spChg chg="mod">
          <ac:chgData name="FERNANDA FEIJO MASCHETI" userId="3b5fc639-18de-4d41-8450-c10a405de25b" providerId="ADAL" clId="{D3F52984-DB93-4410-8E49-849A77E2AEF7}" dt="2026-06-30T12:47:16.074" v="2784" actId="20577"/>
          <ac:spMkLst>
            <pc:docMk/>
            <pc:sldMk cId="2924147060" sldId="259"/>
            <ac:spMk id="2" creationId="{1A98C204-5479-FFC4-30C5-95727502CDC6}"/>
          </ac:spMkLst>
        </pc:spChg>
        <pc:spChg chg="mod">
          <ac:chgData name="FERNANDA FEIJO MASCHETI" userId="3b5fc639-18de-4d41-8450-c10a405de25b" providerId="ADAL" clId="{D3F52984-DB93-4410-8E49-849A77E2AEF7}" dt="2026-06-30T12:47:06.685" v="2780" actId="27636"/>
          <ac:spMkLst>
            <pc:docMk/>
            <pc:sldMk cId="2924147060" sldId="259"/>
            <ac:spMk id="3" creationId="{11E51343-9EEA-E0FE-0549-E4A3D52F9590}"/>
          </ac:spMkLst>
        </pc:spChg>
        <pc:spChg chg="add mod">
          <ac:chgData name="FERNANDA FEIJO MASCHETI" userId="3b5fc639-18de-4d41-8450-c10a405de25b" providerId="ADAL" clId="{D3F52984-DB93-4410-8E49-849A77E2AEF7}" dt="2026-06-30T12:47:12.622" v="2783" actId="14100"/>
          <ac:spMkLst>
            <pc:docMk/>
            <pc:sldMk cId="2924147060" sldId="259"/>
            <ac:spMk id="5" creationId="{70B92B80-FAB4-A1AB-8BC8-0B386968CD3E}"/>
          </ac:spMkLst>
        </pc:spChg>
        <pc:spChg chg="add del mod">
          <ac:chgData name="FERNANDA FEIJO MASCHETI" userId="3b5fc639-18de-4d41-8450-c10a405de25b" providerId="ADAL" clId="{D3F52984-DB93-4410-8E49-849A77E2AEF7}" dt="2026-06-30T12:52:52.379" v="2826" actId="478"/>
          <ac:spMkLst>
            <pc:docMk/>
            <pc:sldMk cId="2924147060" sldId="259"/>
            <ac:spMk id="7" creationId="{9ACD28F4-2ADB-4834-B215-6BDD5BB5C9D6}"/>
          </ac:spMkLst>
        </pc:spChg>
        <pc:spChg chg="add del mod">
          <ac:chgData name="FERNANDA FEIJO MASCHETI" userId="3b5fc639-18de-4d41-8450-c10a405de25b" providerId="ADAL" clId="{D3F52984-DB93-4410-8E49-849A77E2AEF7}" dt="2026-06-30T12:52:57.988" v="2831" actId="478"/>
          <ac:spMkLst>
            <pc:docMk/>
            <pc:sldMk cId="2924147060" sldId="259"/>
            <ac:spMk id="9" creationId="{7597DEB5-368C-EC0B-F5FA-A0FDB7123F35}"/>
          </ac:spMkLst>
        </pc:spChg>
        <pc:spChg chg="add del mod">
          <ac:chgData name="FERNANDA FEIJO MASCHETI" userId="3b5fc639-18de-4d41-8450-c10a405de25b" providerId="ADAL" clId="{D3F52984-DB93-4410-8E49-849A77E2AEF7}" dt="2026-06-30T12:52:52.987" v="2827" actId="478"/>
          <ac:spMkLst>
            <pc:docMk/>
            <pc:sldMk cId="2924147060" sldId="259"/>
            <ac:spMk id="11" creationId="{5CB55397-CB9A-2B53-5DF1-BFEBE1FBF632}"/>
          </ac:spMkLst>
        </pc:spChg>
        <pc:spChg chg="add del mod">
          <ac:chgData name="FERNANDA FEIJO MASCHETI" userId="3b5fc639-18de-4d41-8450-c10a405de25b" providerId="ADAL" clId="{D3F52984-DB93-4410-8E49-849A77E2AEF7}" dt="2026-06-30T12:52:53.771" v="2828" actId="478"/>
          <ac:spMkLst>
            <pc:docMk/>
            <pc:sldMk cId="2924147060" sldId="259"/>
            <ac:spMk id="13" creationId="{C74CA548-BBDD-A468-FAF2-7C92BA3F6A12}"/>
          </ac:spMkLst>
        </pc:spChg>
        <pc:spChg chg="add del mod">
          <ac:chgData name="FERNANDA FEIJO MASCHETI" userId="3b5fc639-18de-4d41-8450-c10a405de25b" providerId="ADAL" clId="{D3F52984-DB93-4410-8E49-849A77E2AEF7}" dt="2026-06-30T12:52:51.555" v="2825" actId="478"/>
          <ac:spMkLst>
            <pc:docMk/>
            <pc:sldMk cId="2924147060" sldId="259"/>
            <ac:spMk id="15" creationId="{58620209-AD7D-9534-8D91-0950F747FF27}"/>
          </ac:spMkLst>
        </pc:spChg>
      </pc:sldChg>
      <pc:sldChg chg="addSp modSp mod">
        <pc:chgData name="FERNANDA FEIJO MASCHETI" userId="3b5fc639-18de-4d41-8450-c10a405de25b" providerId="ADAL" clId="{D3F52984-DB93-4410-8E49-849A77E2AEF7}" dt="2026-06-30T12:47:19.327" v="2785" actId="20577"/>
        <pc:sldMkLst>
          <pc:docMk/>
          <pc:sldMk cId="338130628" sldId="260"/>
        </pc:sldMkLst>
        <pc:spChg chg="mod">
          <ac:chgData name="FERNANDA FEIJO MASCHETI" userId="3b5fc639-18de-4d41-8450-c10a405de25b" providerId="ADAL" clId="{D3F52984-DB93-4410-8E49-849A77E2AEF7}" dt="2026-06-30T12:47:19.327" v="2785" actId="20577"/>
          <ac:spMkLst>
            <pc:docMk/>
            <pc:sldMk cId="338130628" sldId="260"/>
            <ac:spMk id="2" creationId="{FD9FB598-BE0D-7261-47FB-CDA44BEFEA5C}"/>
          </ac:spMkLst>
        </pc:spChg>
        <pc:spChg chg="mod">
          <ac:chgData name="FERNANDA FEIJO MASCHETI" userId="3b5fc639-18de-4d41-8450-c10a405de25b" providerId="ADAL" clId="{D3F52984-DB93-4410-8E49-849A77E2AEF7}" dt="2026-06-30T12:46:46.517" v="2771" actId="27636"/>
          <ac:spMkLst>
            <pc:docMk/>
            <pc:sldMk cId="338130628" sldId="260"/>
            <ac:spMk id="3" creationId="{78FB6C7D-CC3A-E8B9-7054-F0942892E0EF}"/>
          </ac:spMkLst>
        </pc:spChg>
        <pc:spChg chg="add mod">
          <ac:chgData name="FERNANDA FEIJO MASCHETI" userId="3b5fc639-18de-4d41-8450-c10a405de25b" providerId="ADAL" clId="{D3F52984-DB93-4410-8E49-849A77E2AEF7}" dt="2026-06-30T12:46:53.630" v="2774" actId="14100"/>
          <ac:spMkLst>
            <pc:docMk/>
            <pc:sldMk cId="338130628" sldId="260"/>
            <ac:spMk id="5" creationId="{E15A3196-606D-F38A-6468-E7E2C9816DC0}"/>
          </ac:spMkLst>
        </pc:spChg>
      </pc:sldChg>
      <pc:sldChg chg="addSp modSp mod">
        <pc:chgData name="FERNANDA FEIJO MASCHETI" userId="3b5fc639-18de-4d41-8450-c10a405de25b" providerId="ADAL" clId="{D3F52984-DB93-4410-8E49-849A77E2AEF7}" dt="2026-06-30T12:46:37.926" v="2767" actId="20577"/>
        <pc:sldMkLst>
          <pc:docMk/>
          <pc:sldMk cId="553678365" sldId="261"/>
        </pc:sldMkLst>
        <pc:spChg chg="mod">
          <ac:chgData name="FERNANDA FEIJO MASCHETI" userId="3b5fc639-18de-4d41-8450-c10a405de25b" providerId="ADAL" clId="{D3F52984-DB93-4410-8E49-849A77E2AEF7}" dt="2026-06-30T12:46:17.689" v="2753" actId="20577"/>
          <ac:spMkLst>
            <pc:docMk/>
            <pc:sldMk cId="553678365" sldId="261"/>
            <ac:spMk id="2" creationId="{3D4D774D-10BD-BD47-7560-603D71483E8E}"/>
          </ac:spMkLst>
        </pc:spChg>
        <pc:spChg chg="mod">
          <ac:chgData name="FERNANDA FEIJO MASCHETI" userId="3b5fc639-18de-4d41-8450-c10a405de25b" providerId="ADAL" clId="{D3F52984-DB93-4410-8E49-849A77E2AEF7}" dt="2026-06-30T12:46:35.711" v="2764" actId="14100"/>
          <ac:spMkLst>
            <pc:docMk/>
            <pc:sldMk cId="553678365" sldId="261"/>
            <ac:spMk id="3" creationId="{46CD7F99-C1F2-3104-F02D-5811778C2B53}"/>
          </ac:spMkLst>
        </pc:spChg>
        <pc:spChg chg="add mod">
          <ac:chgData name="FERNANDA FEIJO MASCHETI" userId="3b5fc639-18de-4d41-8450-c10a405de25b" providerId="ADAL" clId="{D3F52984-DB93-4410-8E49-849A77E2AEF7}" dt="2026-06-30T12:46:37.926" v="2767" actId="20577"/>
          <ac:spMkLst>
            <pc:docMk/>
            <pc:sldMk cId="553678365" sldId="261"/>
            <ac:spMk id="5" creationId="{277DE65F-3228-382F-C97A-6E0B7910FA5D}"/>
          </ac:spMkLst>
        </pc:spChg>
      </pc:sldChg>
      <pc:sldChg chg="modSp mod">
        <pc:chgData name="FERNANDA FEIJO MASCHETI" userId="3b5fc639-18de-4d41-8450-c10a405de25b" providerId="ADAL" clId="{D3F52984-DB93-4410-8E49-849A77E2AEF7}" dt="2026-06-30T12:56:03.332" v="3197" actId="20577"/>
        <pc:sldMkLst>
          <pc:docMk/>
          <pc:sldMk cId="2531769514" sldId="262"/>
        </pc:sldMkLst>
        <pc:spChg chg="mod">
          <ac:chgData name="FERNANDA FEIJO MASCHETI" userId="3b5fc639-18de-4d41-8450-c10a405de25b" providerId="ADAL" clId="{D3F52984-DB93-4410-8E49-849A77E2AEF7}" dt="2026-06-29T12:01:37.670" v="2676" actId="207"/>
          <ac:spMkLst>
            <pc:docMk/>
            <pc:sldMk cId="2531769514" sldId="262"/>
            <ac:spMk id="2" creationId="{4B92F934-7B04-7BA4-6ECD-620852E05BBB}"/>
          </ac:spMkLst>
        </pc:spChg>
        <pc:spChg chg="mod">
          <ac:chgData name="FERNANDA FEIJO MASCHETI" userId="3b5fc639-18de-4d41-8450-c10a405de25b" providerId="ADAL" clId="{D3F52984-DB93-4410-8E49-849A77E2AEF7}" dt="2026-06-30T12:56:03.332" v="3197" actId="20577"/>
          <ac:spMkLst>
            <pc:docMk/>
            <pc:sldMk cId="2531769514" sldId="262"/>
            <ac:spMk id="3" creationId="{89484FAC-F20B-9D83-9E52-2E8A4B1FA2B7}"/>
          </ac:spMkLst>
        </pc:spChg>
      </pc:sldChg>
      <pc:sldChg chg="addSp delSp modSp add mod setBg">
        <pc:chgData name="FERNANDA FEIJO MASCHETI" userId="3b5fc639-18de-4d41-8450-c10a405de25b" providerId="ADAL" clId="{D3F52984-DB93-4410-8E49-849A77E2AEF7}" dt="2026-06-30T12:50:34.415" v="2803" actId="1076"/>
        <pc:sldMkLst>
          <pc:docMk/>
          <pc:sldMk cId="2254251702" sldId="263"/>
        </pc:sldMkLst>
        <pc:spChg chg="mod">
          <ac:chgData name="FERNANDA FEIJO MASCHETI" userId="3b5fc639-18de-4d41-8450-c10a405de25b" providerId="ADAL" clId="{D3F52984-DB93-4410-8E49-849A77E2AEF7}" dt="2026-06-29T12:00:52.009" v="2670" actId="20577"/>
          <ac:spMkLst>
            <pc:docMk/>
            <pc:sldMk cId="2254251702" sldId="263"/>
            <ac:spMk id="2" creationId="{75B0D3E6-1F60-9651-B788-706BD5D18B29}"/>
          </ac:spMkLst>
        </pc:spChg>
        <pc:spChg chg="mod">
          <ac:chgData name="FERNANDA FEIJO MASCHETI" userId="3b5fc639-18de-4d41-8450-c10a405de25b" providerId="ADAL" clId="{D3F52984-DB93-4410-8E49-849A77E2AEF7}" dt="2026-06-29T11:59:52.478" v="2662" actId="207"/>
          <ac:spMkLst>
            <pc:docMk/>
            <pc:sldMk cId="2254251702" sldId="263"/>
            <ac:spMk id="3" creationId="{B599A741-2F92-DF70-B1B9-AE1B3EB37F8B}"/>
          </ac:spMkLst>
        </pc:spChg>
        <pc:spChg chg="add del">
          <ac:chgData name="FERNANDA FEIJO MASCHETI" userId="3b5fc639-18de-4d41-8450-c10a405de25b" providerId="ADAL" clId="{D3F52984-DB93-4410-8E49-849A77E2AEF7}" dt="2026-06-30T12:48:49.031" v="2789" actId="478"/>
          <ac:spMkLst>
            <pc:docMk/>
            <pc:sldMk cId="2254251702" sldId="263"/>
            <ac:spMk id="4" creationId="{B0792D73-05C1-9097-8721-9CE8CCE3FA7A}"/>
          </ac:spMkLst>
        </pc:spChg>
        <pc:spChg chg="add del">
          <ac:chgData name="FERNANDA FEIJO MASCHETI" userId="3b5fc639-18de-4d41-8450-c10a405de25b" providerId="ADAL" clId="{D3F52984-DB93-4410-8E49-849A77E2AEF7}" dt="2026-06-30T12:49:12.983" v="2791" actId="478"/>
          <ac:spMkLst>
            <pc:docMk/>
            <pc:sldMk cId="2254251702" sldId="263"/>
            <ac:spMk id="5" creationId="{C3D26FDF-0138-213B-C9F6-F9A28FA7ECAA}"/>
          </ac:spMkLst>
        </pc:spChg>
        <pc:spChg chg="add mod">
          <ac:chgData name="FERNANDA FEIJO MASCHETI" userId="3b5fc639-18de-4d41-8450-c10a405de25b" providerId="ADAL" clId="{D3F52984-DB93-4410-8E49-849A77E2AEF7}" dt="2026-06-30T12:50:34.415" v="2803" actId="1076"/>
          <ac:spMkLst>
            <pc:docMk/>
            <pc:sldMk cId="2254251702" sldId="263"/>
            <ac:spMk id="8" creationId="{60F945B4-4556-7305-38F0-F67806D8E63C}"/>
          </ac:spMkLst>
        </pc:spChg>
        <pc:cxnChg chg="add del">
          <ac:chgData name="FERNANDA FEIJO MASCHETI" userId="3b5fc639-18de-4d41-8450-c10a405de25b" providerId="ADAL" clId="{D3F52984-DB93-4410-8E49-849A77E2AEF7}" dt="2026-06-30T12:49:27.834" v="2793" actId="11529"/>
          <ac:cxnSpMkLst>
            <pc:docMk/>
            <pc:sldMk cId="2254251702" sldId="263"/>
            <ac:cxnSpMk id="7" creationId="{D3E546F5-3028-4782-B657-1F0263F9BC3C}"/>
          </ac:cxnSpMkLst>
        </pc:cxnChg>
      </pc:sldChg>
    </pc:docChg>
  </pc:docChgLst>
  <pc:docChgLst>
    <pc:chgData name="LUIZ OSCAR DA COSTA" userId="S::luiz.ocosta@senacsp.edu.br::f5c6879b-bde5-465b-8bf6-5bb901cfeb36" providerId="AD" clId="Web-{C5B0415D-0302-A794-39D2-9398722F0B01}"/>
    <pc:docChg chg="modSld">
      <pc:chgData name="LUIZ OSCAR DA COSTA" userId="S::luiz.ocosta@senacsp.edu.br::f5c6879b-bde5-465b-8bf6-5bb901cfeb36" providerId="AD" clId="Web-{C5B0415D-0302-A794-39D2-9398722F0B01}" dt="2026-06-10T14:58:39.257" v="15" actId="20577"/>
      <pc:docMkLst>
        <pc:docMk/>
      </pc:docMkLst>
    </pc:docChg>
  </pc:docChgLst>
  <pc:docChgLst>
    <pc:chgData name="FERNANDA FEIJO MASCHETI" userId="3b5fc639-18de-4d41-8450-c10a405de25b" providerId="ADAL" clId="{EB95E8B9-D5D8-4054-8D78-616B112FE35B}"/>
    <pc:docChg chg="undo custSel addSld delSld modSld sldOrd">
      <pc:chgData name="FERNANDA FEIJO MASCHETI" userId="3b5fc639-18de-4d41-8450-c10a405de25b" providerId="ADAL" clId="{EB95E8B9-D5D8-4054-8D78-616B112FE35B}" dt="2026-06-29T00:20:29.877" v="12619" actId="403"/>
      <pc:docMkLst>
        <pc:docMk/>
      </pc:docMkLst>
      <pc:sldChg chg="addSp delSp modSp new mod">
        <pc:chgData name="FERNANDA FEIJO MASCHETI" userId="3b5fc639-18de-4d41-8450-c10a405de25b" providerId="ADAL" clId="{EB95E8B9-D5D8-4054-8D78-616B112FE35B}" dt="2026-06-29T00:14:50.766" v="12107" actId="20577"/>
        <pc:sldMkLst>
          <pc:docMk/>
          <pc:sldMk cId="3418876810" sldId="256"/>
        </pc:sldMkLst>
        <pc:spChg chg="mod">
          <ac:chgData name="FERNANDA FEIJO MASCHETI" userId="3b5fc639-18de-4d41-8450-c10a405de25b" providerId="ADAL" clId="{EB95E8B9-D5D8-4054-8D78-616B112FE35B}" dt="2026-06-29T00:14:45.896" v="12097" actId="20577"/>
          <ac:spMkLst>
            <pc:docMk/>
            <pc:sldMk cId="3418876810" sldId="256"/>
            <ac:spMk id="2" creationId="{3D1E4C3B-42A8-809F-BC4B-03E535910678}"/>
          </ac:spMkLst>
        </pc:spChg>
        <pc:spChg chg="mod">
          <ac:chgData name="FERNANDA FEIJO MASCHETI" userId="3b5fc639-18de-4d41-8450-c10a405de25b" providerId="ADAL" clId="{EB95E8B9-D5D8-4054-8D78-616B112FE35B}" dt="2026-06-29T00:14:50.766" v="12107" actId="20577"/>
          <ac:spMkLst>
            <pc:docMk/>
            <pc:sldMk cId="3418876810" sldId="256"/>
            <ac:spMk id="7" creationId="{A71CA0CD-84FD-2105-7A50-2F302F471B47}"/>
          </ac:spMkLst>
        </pc:spChg>
      </pc:sldChg>
      <pc:sldChg chg="modSp new mod">
        <pc:chgData name="FERNANDA FEIJO MASCHETI" userId="3b5fc639-18de-4d41-8450-c10a405de25b" providerId="ADAL" clId="{EB95E8B9-D5D8-4054-8D78-616B112FE35B}" dt="2026-06-29T00:16:27.017" v="12173" actId="20577"/>
        <pc:sldMkLst>
          <pc:docMk/>
          <pc:sldMk cId="2799583834" sldId="257"/>
        </pc:sldMkLst>
        <pc:spChg chg="mod">
          <ac:chgData name="FERNANDA FEIJO MASCHETI" userId="3b5fc639-18de-4d41-8450-c10a405de25b" providerId="ADAL" clId="{EB95E8B9-D5D8-4054-8D78-616B112FE35B}" dt="2026-06-29T00:16:16.952" v="12138" actId="20577"/>
          <ac:spMkLst>
            <pc:docMk/>
            <pc:sldMk cId="2799583834" sldId="257"/>
            <ac:spMk id="2" creationId="{B13A2B56-1900-20BF-5AB9-5A677077F844}"/>
          </ac:spMkLst>
        </pc:spChg>
        <pc:spChg chg="mod">
          <ac:chgData name="FERNANDA FEIJO MASCHETI" userId="3b5fc639-18de-4d41-8450-c10a405de25b" providerId="ADAL" clId="{EB95E8B9-D5D8-4054-8D78-616B112FE35B}" dt="2026-06-29T00:16:27.017" v="12173" actId="20577"/>
          <ac:spMkLst>
            <pc:docMk/>
            <pc:sldMk cId="2799583834" sldId="257"/>
            <ac:spMk id="3" creationId="{688C8E59-FB0F-5A80-C4AC-8538B6CEF1AF}"/>
          </ac:spMkLst>
        </pc:spChg>
      </pc:sldChg>
      <pc:sldChg chg="modSp new mod">
        <pc:chgData name="FERNANDA FEIJO MASCHETI" userId="3b5fc639-18de-4d41-8450-c10a405de25b" providerId="ADAL" clId="{EB95E8B9-D5D8-4054-8D78-616B112FE35B}" dt="2026-06-29T00:17:55.925" v="12362" actId="113"/>
        <pc:sldMkLst>
          <pc:docMk/>
          <pc:sldMk cId="1844253624" sldId="258"/>
        </pc:sldMkLst>
        <pc:spChg chg="mod">
          <ac:chgData name="FERNANDA FEIJO MASCHETI" userId="3b5fc639-18de-4d41-8450-c10a405de25b" providerId="ADAL" clId="{EB95E8B9-D5D8-4054-8D78-616B112FE35B}" dt="2026-06-29T00:16:46.072" v="12199" actId="20577"/>
          <ac:spMkLst>
            <pc:docMk/>
            <pc:sldMk cId="1844253624" sldId="258"/>
            <ac:spMk id="2" creationId="{ECEBB52B-94F0-2FF9-F537-F8C23DE9B4CA}"/>
          </ac:spMkLst>
        </pc:spChg>
        <pc:spChg chg="mod">
          <ac:chgData name="FERNANDA FEIJO MASCHETI" userId="3b5fc639-18de-4d41-8450-c10a405de25b" providerId="ADAL" clId="{EB95E8B9-D5D8-4054-8D78-616B112FE35B}" dt="2026-06-29T00:17:55.925" v="12362" actId="113"/>
          <ac:spMkLst>
            <pc:docMk/>
            <pc:sldMk cId="1844253624" sldId="258"/>
            <ac:spMk id="3" creationId="{8425BCA1-4D2B-E57A-5CE4-031C31809356}"/>
          </ac:spMkLst>
        </pc:spChg>
      </pc:sldChg>
      <pc:sldChg chg="modSp add mod">
        <pc:chgData name="FERNANDA FEIJO MASCHETI" userId="3b5fc639-18de-4d41-8450-c10a405de25b" providerId="ADAL" clId="{EB95E8B9-D5D8-4054-8D78-616B112FE35B}" dt="2026-06-29T00:18:48.711" v="12419" actId="20577"/>
        <pc:sldMkLst>
          <pc:docMk/>
          <pc:sldMk cId="2924147060" sldId="259"/>
        </pc:sldMkLst>
        <pc:spChg chg="mod">
          <ac:chgData name="FERNANDA FEIJO MASCHETI" userId="3b5fc639-18de-4d41-8450-c10a405de25b" providerId="ADAL" clId="{EB95E8B9-D5D8-4054-8D78-616B112FE35B}" dt="2026-06-29T00:18:28.478" v="12393" actId="20577"/>
          <ac:spMkLst>
            <pc:docMk/>
            <pc:sldMk cId="2924147060" sldId="259"/>
            <ac:spMk id="2" creationId="{1A98C204-5479-FFC4-30C5-95727502CDC6}"/>
          </ac:spMkLst>
        </pc:spChg>
        <pc:spChg chg="mod">
          <ac:chgData name="FERNANDA FEIJO MASCHETI" userId="3b5fc639-18de-4d41-8450-c10a405de25b" providerId="ADAL" clId="{EB95E8B9-D5D8-4054-8D78-616B112FE35B}" dt="2026-06-29T00:18:48.711" v="12419" actId="20577"/>
          <ac:spMkLst>
            <pc:docMk/>
            <pc:sldMk cId="2924147060" sldId="259"/>
            <ac:spMk id="3" creationId="{11E51343-9EEA-E0FE-0549-E4A3D52F9590}"/>
          </ac:spMkLst>
        </pc:spChg>
      </pc:sldChg>
      <pc:sldChg chg="modSp add mod">
        <pc:chgData name="FERNANDA FEIJO MASCHETI" userId="3b5fc639-18de-4d41-8450-c10a405de25b" providerId="ADAL" clId="{EB95E8B9-D5D8-4054-8D78-616B112FE35B}" dt="2026-06-29T00:19:05.505" v="12431" actId="20577"/>
        <pc:sldMkLst>
          <pc:docMk/>
          <pc:sldMk cId="338130628" sldId="260"/>
        </pc:sldMkLst>
        <pc:spChg chg="mod">
          <ac:chgData name="FERNANDA FEIJO MASCHETI" userId="3b5fc639-18de-4d41-8450-c10a405de25b" providerId="ADAL" clId="{EB95E8B9-D5D8-4054-8D78-616B112FE35B}" dt="2026-06-29T00:19:05.505" v="12431" actId="20577"/>
          <ac:spMkLst>
            <pc:docMk/>
            <pc:sldMk cId="338130628" sldId="260"/>
            <ac:spMk id="2" creationId="{FD9FB598-BE0D-7261-47FB-CDA44BEFEA5C}"/>
          </ac:spMkLst>
        </pc:spChg>
        <pc:spChg chg="mod">
          <ac:chgData name="FERNANDA FEIJO MASCHETI" userId="3b5fc639-18de-4d41-8450-c10a405de25b" providerId="ADAL" clId="{EB95E8B9-D5D8-4054-8D78-616B112FE35B}" dt="2026-06-29T00:18:59.944" v="12425"/>
          <ac:spMkLst>
            <pc:docMk/>
            <pc:sldMk cId="338130628" sldId="260"/>
            <ac:spMk id="3" creationId="{78FB6C7D-CC3A-E8B9-7054-F0942892E0EF}"/>
          </ac:spMkLst>
        </pc:spChg>
      </pc:sldChg>
      <pc:sldChg chg="modSp add mod">
        <pc:chgData name="FERNANDA FEIJO MASCHETI" userId="3b5fc639-18de-4d41-8450-c10a405de25b" providerId="ADAL" clId="{EB95E8B9-D5D8-4054-8D78-616B112FE35B}" dt="2026-06-29T00:19:29.176" v="12435"/>
        <pc:sldMkLst>
          <pc:docMk/>
          <pc:sldMk cId="553678365" sldId="261"/>
        </pc:sldMkLst>
        <pc:spChg chg="mod">
          <ac:chgData name="FERNANDA FEIJO MASCHETI" userId="3b5fc639-18de-4d41-8450-c10a405de25b" providerId="ADAL" clId="{EB95E8B9-D5D8-4054-8D78-616B112FE35B}" dt="2026-06-29T00:19:20.232" v="12434"/>
          <ac:spMkLst>
            <pc:docMk/>
            <pc:sldMk cId="553678365" sldId="261"/>
            <ac:spMk id="2" creationId="{3D4D774D-10BD-BD47-7560-603D71483E8E}"/>
          </ac:spMkLst>
        </pc:spChg>
        <pc:spChg chg="mod">
          <ac:chgData name="FERNANDA FEIJO MASCHETI" userId="3b5fc639-18de-4d41-8450-c10a405de25b" providerId="ADAL" clId="{EB95E8B9-D5D8-4054-8D78-616B112FE35B}" dt="2026-06-29T00:19:29.176" v="12435"/>
          <ac:spMkLst>
            <pc:docMk/>
            <pc:sldMk cId="553678365" sldId="261"/>
            <ac:spMk id="3" creationId="{46CD7F99-C1F2-3104-F02D-5811778C2B53}"/>
          </ac:spMkLst>
        </pc:spChg>
      </pc:sldChg>
      <pc:sldChg chg="modSp add mod">
        <pc:chgData name="FERNANDA FEIJO MASCHETI" userId="3b5fc639-18de-4d41-8450-c10a405de25b" providerId="ADAL" clId="{EB95E8B9-D5D8-4054-8D78-616B112FE35B}" dt="2026-06-29T00:20:29.877" v="12619" actId="403"/>
        <pc:sldMkLst>
          <pc:docMk/>
          <pc:sldMk cId="2531769514" sldId="262"/>
        </pc:sldMkLst>
        <pc:spChg chg="mod">
          <ac:chgData name="FERNANDA FEIJO MASCHETI" userId="3b5fc639-18de-4d41-8450-c10a405de25b" providerId="ADAL" clId="{EB95E8B9-D5D8-4054-8D78-616B112FE35B}" dt="2026-06-29T00:19:48.932" v="12484" actId="20577"/>
          <ac:spMkLst>
            <pc:docMk/>
            <pc:sldMk cId="2531769514" sldId="262"/>
            <ac:spMk id="2" creationId="{4B92F934-7B04-7BA4-6ECD-620852E05BBB}"/>
          </ac:spMkLst>
        </pc:spChg>
        <pc:spChg chg="mod">
          <ac:chgData name="FERNANDA FEIJO MASCHETI" userId="3b5fc639-18de-4d41-8450-c10a405de25b" providerId="ADAL" clId="{EB95E8B9-D5D8-4054-8D78-616B112FE35B}" dt="2026-06-29T00:20:29.877" v="12619" actId="403"/>
          <ac:spMkLst>
            <pc:docMk/>
            <pc:sldMk cId="2531769514" sldId="262"/>
            <ac:spMk id="3" creationId="{89484FAC-F20B-9D83-9E52-2E8A4B1FA2B7}"/>
          </ac:spMkLst>
        </pc:spChg>
      </pc:sldChg>
      <pc:sldChg chg="delSp modSp add del mod modNotesTx">
        <pc:chgData name="FERNANDA FEIJO MASCHETI" userId="3b5fc639-18de-4d41-8450-c10a405de25b" providerId="ADAL" clId="{EB95E8B9-D5D8-4054-8D78-616B112FE35B}" dt="2026-06-29T00:14:26.084" v="12055" actId="47"/>
        <pc:sldMkLst>
          <pc:docMk/>
          <pc:sldMk cId="3202633143" sldId="451"/>
        </pc:sldMkLst>
      </pc:sldChg>
      <pc:sldChg chg="modSp add del mod">
        <pc:chgData name="FERNANDA FEIJO MASCHETI" userId="3b5fc639-18de-4d41-8450-c10a405de25b" providerId="ADAL" clId="{EB95E8B9-D5D8-4054-8D78-616B112FE35B}" dt="2026-06-29T00:14:26.084" v="12055" actId="47"/>
        <pc:sldMkLst>
          <pc:docMk/>
          <pc:sldMk cId="1036700608" sldId="452"/>
        </pc:sldMkLst>
      </pc:sldChg>
      <pc:sldChg chg="modSp add del mod">
        <pc:chgData name="FERNANDA FEIJO MASCHETI" userId="3b5fc639-18de-4d41-8450-c10a405de25b" providerId="ADAL" clId="{EB95E8B9-D5D8-4054-8D78-616B112FE35B}" dt="2026-06-29T00:14:26.084" v="12055" actId="47"/>
        <pc:sldMkLst>
          <pc:docMk/>
          <pc:sldMk cId="2017997065" sldId="453"/>
        </pc:sldMkLst>
      </pc:sldChg>
      <pc:sldChg chg="modSp add del mod">
        <pc:chgData name="FERNANDA FEIJO MASCHETI" userId="3b5fc639-18de-4d41-8450-c10a405de25b" providerId="ADAL" clId="{EB95E8B9-D5D8-4054-8D78-616B112FE35B}" dt="2026-06-29T00:14:26.084" v="12055" actId="47"/>
        <pc:sldMkLst>
          <pc:docMk/>
          <pc:sldMk cId="246439669" sldId="454"/>
        </pc:sldMkLst>
      </pc:sldChg>
      <pc:sldChg chg="modSp add del mod">
        <pc:chgData name="FERNANDA FEIJO MASCHETI" userId="3b5fc639-18de-4d41-8450-c10a405de25b" providerId="ADAL" clId="{EB95E8B9-D5D8-4054-8D78-616B112FE35B}" dt="2026-06-29T00:14:26.084" v="12055" actId="47"/>
        <pc:sldMkLst>
          <pc:docMk/>
          <pc:sldMk cId="3752334" sldId="456"/>
        </pc:sldMkLst>
      </pc:sldChg>
      <pc:sldChg chg="modSp add del mod ord">
        <pc:chgData name="FERNANDA FEIJO MASCHETI" userId="3b5fc639-18de-4d41-8450-c10a405de25b" providerId="ADAL" clId="{EB95E8B9-D5D8-4054-8D78-616B112FE35B}" dt="2026-06-29T00:14:26.084" v="12055" actId="47"/>
        <pc:sldMkLst>
          <pc:docMk/>
          <pc:sldMk cId="2249200802" sldId="457"/>
        </pc:sldMkLst>
      </pc:sldChg>
      <pc:sldChg chg="modSp add del mod">
        <pc:chgData name="FERNANDA FEIJO MASCHETI" userId="3b5fc639-18de-4d41-8450-c10a405de25b" providerId="ADAL" clId="{EB95E8B9-D5D8-4054-8D78-616B112FE35B}" dt="2026-06-29T00:14:26.084" v="12055" actId="47"/>
        <pc:sldMkLst>
          <pc:docMk/>
          <pc:sldMk cId="2244656033" sldId="458"/>
        </pc:sldMkLst>
      </pc:sldChg>
      <pc:sldChg chg="modSp add del mod">
        <pc:chgData name="FERNANDA FEIJO MASCHETI" userId="3b5fc639-18de-4d41-8450-c10a405de25b" providerId="ADAL" clId="{EB95E8B9-D5D8-4054-8D78-616B112FE35B}" dt="2026-06-29T00:14:26.084" v="12055" actId="47"/>
        <pc:sldMkLst>
          <pc:docMk/>
          <pc:sldMk cId="1648403372" sldId="459"/>
        </pc:sldMkLst>
      </pc:sldChg>
      <pc:sldChg chg="modSp add del mod">
        <pc:chgData name="FERNANDA FEIJO MASCHETI" userId="3b5fc639-18de-4d41-8450-c10a405de25b" providerId="ADAL" clId="{EB95E8B9-D5D8-4054-8D78-616B112FE35B}" dt="2026-06-29T00:14:26.084" v="12055" actId="47"/>
        <pc:sldMkLst>
          <pc:docMk/>
          <pc:sldMk cId="2313616844" sldId="460"/>
        </pc:sldMkLst>
      </pc:sldChg>
      <pc:sldChg chg="modSp add del mod">
        <pc:chgData name="FERNANDA FEIJO MASCHETI" userId="3b5fc639-18de-4d41-8450-c10a405de25b" providerId="ADAL" clId="{EB95E8B9-D5D8-4054-8D78-616B112FE35B}" dt="2026-06-29T00:14:26.084" v="12055" actId="47"/>
        <pc:sldMkLst>
          <pc:docMk/>
          <pc:sldMk cId="2781599071" sldId="461"/>
        </pc:sldMkLst>
      </pc:sldChg>
      <pc:sldChg chg="modSp new del mod">
        <pc:chgData name="FERNANDA FEIJO MASCHETI" userId="3b5fc639-18de-4d41-8450-c10a405de25b" providerId="ADAL" clId="{EB95E8B9-D5D8-4054-8D78-616B112FE35B}" dt="2026-06-29T00:14:26.084" v="12055" actId="47"/>
        <pc:sldMkLst>
          <pc:docMk/>
          <pc:sldMk cId="75422408" sldId="462"/>
        </pc:sldMkLst>
      </pc:sldChg>
      <pc:sldChg chg="del">
        <pc:chgData name="FERNANDA FEIJO MASCHETI" userId="3b5fc639-18de-4d41-8450-c10a405de25b" providerId="ADAL" clId="{EB95E8B9-D5D8-4054-8D78-616B112FE35B}" dt="2026-06-29T00:14:26.084" v="12055" actId="47"/>
        <pc:sldMkLst>
          <pc:docMk/>
          <pc:sldMk cId="126801019" sldId="463"/>
        </pc:sldMkLst>
      </pc:sldChg>
      <pc:sldChg chg="del">
        <pc:chgData name="FERNANDA FEIJO MASCHETI" userId="3b5fc639-18de-4d41-8450-c10a405de25b" providerId="ADAL" clId="{EB95E8B9-D5D8-4054-8D78-616B112FE35B}" dt="2026-06-29T00:14:26.084" v="12055" actId="47"/>
        <pc:sldMkLst>
          <pc:docMk/>
          <pc:sldMk cId="1744036260" sldId="464"/>
        </pc:sldMkLst>
      </pc:sldChg>
      <pc:sldChg chg="del">
        <pc:chgData name="FERNANDA FEIJO MASCHETI" userId="3b5fc639-18de-4d41-8450-c10a405de25b" providerId="ADAL" clId="{EB95E8B9-D5D8-4054-8D78-616B112FE35B}" dt="2026-06-29T00:14:26.084" v="12055" actId="47"/>
        <pc:sldMkLst>
          <pc:docMk/>
          <pc:sldMk cId="1536693044" sldId="46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CA6798-C93F-40F4-9087-229740BD2D6F}" type="datetimeFigureOut">
              <a:rPr lang="pt-BR" smtClean="0"/>
              <a:t>30/06/2026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4F04DF-6BF7-439F-B039-1DA551C7D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840819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81CE59-DF04-E40A-EE5F-838075F15C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7EF26EC-8E41-A274-3867-9FC0383232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57DBA1B-C238-D09B-A749-FA924082B5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D4E96C-EFD9-4091-8E08-FA84CC979737}" type="datetimeFigureOut">
              <a:rPr lang="pt-BR" smtClean="0"/>
              <a:t>30/06/2026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61D8B6E-8FBA-EB5E-D499-9EC980FE9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D525E0D-9BFB-A8FB-8D35-92AA65CC0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EE185-B0E5-4664-B298-F051DAD4E4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456829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EA11AD-B451-8AEB-BAAD-3B3BCB604A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2364230-9F5B-C6F3-2E73-FCB780F00F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34E0EE7-863B-0810-12A8-65791E7B24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D4E96C-EFD9-4091-8E08-FA84CC979737}" type="datetimeFigureOut">
              <a:rPr lang="pt-BR" smtClean="0"/>
              <a:t>30/06/2026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3024913-97E5-ED50-87B9-C7146C3142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353FFD4-55E6-84AE-85A5-465574EAF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EE185-B0E5-4664-B298-F051DAD4E4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258666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350F6A-6A43-EC2A-55E5-4C2F1854D5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92FDFC1-76B1-7D66-F58A-B8C88BCBCE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E926ED7-D9CA-8B87-B1BE-B3DB1D9DB2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D4E96C-EFD9-4091-8E08-FA84CC979737}" type="datetimeFigureOut">
              <a:rPr lang="pt-BR" smtClean="0"/>
              <a:t>30/06/2026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1445567-EFC3-B23D-F8B2-2BB802E8EB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9851AA8-CA28-E435-E50E-6FD3A989C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EE185-B0E5-4664-B298-F051DAD4E4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255003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4274CF-A11C-9922-BECB-77F275120D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CF15EB6-DE8A-3B5F-532B-D5DC569C66D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9603DCC-24F2-0F07-8D68-23C35FAB15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5EC157F-B40B-B147-0F9C-FC1D59ABDF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D4E96C-EFD9-4091-8E08-FA84CC979737}" type="datetimeFigureOut">
              <a:rPr lang="pt-BR" smtClean="0"/>
              <a:t>30/06/2026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7F290EC-7CC4-B70A-9D50-1DEBDD87A7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9975A1A-3F87-FC98-DE51-1432F28CB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EE185-B0E5-4664-B298-F051DAD4E4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15493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8C4C0E-2A51-6911-E34A-F48B1DC314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35207AA-40E5-6BC8-1947-EEDE0AFFA6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2208C6C-8701-DBF0-4B18-5B340F795A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19EE8BEF-0566-3456-A9E7-FB18F37EFCE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BA1A8995-1796-F912-7861-8CF036B1A3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D633956A-721A-33D4-2565-95DC366772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D4E96C-EFD9-4091-8E08-FA84CC979737}" type="datetimeFigureOut">
              <a:rPr lang="pt-BR" smtClean="0"/>
              <a:t>30/06/2026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A99D9BC9-DC60-76C0-1F70-8A2DF05F86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292DAFE2-9E03-7580-2837-638FECA52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EE185-B0E5-4664-B298-F051DAD4E4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457525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158895-54BC-7ADA-3082-87717FB2C2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82479FCE-382B-C946-386F-7FD2B5EF1F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D4E96C-EFD9-4091-8E08-FA84CC979737}" type="datetimeFigureOut">
              <a:rPr lang="pt-BR" smtClean="0"/>
              <a:t>30/06/2026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21416E23-F292-172A-D007-9BACC30B22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4C8923A-C0AC-A89D-337F-93FBB879AC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EE185-B0E5-4664-B298-F051DAD4E4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923575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49E3DC9D-3153-EB1F-FA49-B8C97A08BA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D4E96C-EFD9-4091-8E08-FA84CC979737}" type="datetimeFigureOut">
              <a:rPr lang="pt-BR" smtClean="0"/>
              <a:t>30/06/2026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0FBC8080-AD17-1243-8693-7263C74A7E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FE948B4-D16E-852B-135D-1ADF4E2EF0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EE185-B0E5-4664-B298-F051DAD4E4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182145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9A82FE-C288-F7BF-5A53-D229C038CD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A50AD99-550F-390C-A55F-73AB212EA0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AD2D1E8-6FBB-6292-F265-B8CF9DC783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A36A624-61AC-EE0F-BA91-72868AE442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D4E96C-EFD9-4091-8E08-FA84CC979737}" type="datetimeFigureOut">
              <a:rPr lang="pt-BR" smtClean="0"/>
              <a:t>30/06/2026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6BBFF98-5A86-FC92-5D80-73F59DCFC5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05440F0-82AE-7BD5-F38C-0ED251274F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EE185-B0E5-4664-B298-F051DAD4E4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368716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EA8D6D-6C25-A75E-25A7-C3D0A2C2D7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21C39273-FE12-430E-F935-BBBCBD52407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29A0CB7-E3F5-E3BB-72C8-67C17ADC95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FFDDA2C-A973-1446-C1B0-472795BA71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D4E96C-EFD9-4091-8E08-FA84CC979737}" type="datetimeFigureOut">
              <a:rPr lang="pt-BR" smtClean="0"/>
              <a:t>30/06/2026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A435825-38E5-F1FD-93F5-B248FA2866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95849AB-87E7-A5DE-A5AF-2BA7D12963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EE185-B0E5-4664-B298-F051DAD4E4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011005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ED0CBE-1D21-B20B-264C-A61A06D126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AEF531B-5101-7595-01E1-63D3E701A4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B20D74B-AEC7-9C8C-EF73-CAC3FC39F2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D4E96C-EFD9-4091-8E08-FA84CC979737}" type="datetimeFigureOut">
              <a:rPr lang="pt-BR" smtClean="0"/>
              <a:t>30/06/2026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6642F73-CDF8-A4C9-2DC7-0897D883B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FE8B109-B589-DC46-B482-D010712C1C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EE185-B0E5-4664-B298-F051DAD4E4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063719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03E8B553-75A6-FAFF-2456-1AA02CBC80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E0D6C5B5-D42F-83F2-C0A9-FC9BB7AA92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B2D20A4-5E29-C6F8-F0D7-DFD1465481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D4E96C-EFD9-4091-8E08-FA84CC979737}" type="datetimeFigureOut">
              <a:rPr lang="pt-BR" smtClean="0"/>
              <a:t>30/06/2026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CE49B7D-2893-5520-0011-96978DFEC4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3A251A6-F5ED-C983-E58F-AAD6184E0D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EE185-B0E5-4664-B298-F051DAD4E4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405118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0E03DF62-F9EC-ACE9-7451-A1125AF79C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FE8EED1-AC1F-40C4-94A1-4C834C41BD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18144D2-B696-24D1-A185-38484A291BA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6D4E96C-EFD9-4091-8E08-FA84CC979737}" type="datetimeFigureOut">
              <a:rPr lang="pt-BR" smtClean="0"/>
              <a:t>30/06/2026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AA1B27E-E937-640B-A248-32059592F7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26EE172-9A53-1413-0C3D-A79EB959CA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65EE185-B0E5-4664-B298-F051DAD4E4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807088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1E4C3B-42A8-809F-BC4B-03E5359106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3490" y="2235200"/>
            <a:ext cx="9685020" cy="2387600"/>
          </a:xfrm>
        </p:spPr>
        <p:txBody>
          <a:bodyPr anchor="ctr">
            <a:normAutofit/>
          </a:bodyPr>
          <a:lstStyle/>
          <a:p>
            <a:r>
              <a:rPr lang="pt-BR" sz="4000" b="1" dirty="0">
                <a:solidFill>
                  <a:schemeClr val="bg1"/>
                </a:solidFill>
              </a:rPr>
              <a:t>Banco de dados da empresa </a:t>
            </a:r>
            <a:br>
              <a:rPr lang="pt-BR" sz="4000" b="1" dirty="0">
                <a:solidFill>
                  <a:schemeClr val="bg1"/>
                </a:solidFill>
              </a:rPr>
            </a:br>
            <a:r>
              <a:rPr lang="pt-BR" sz="4000" b="1" dirty="0">
                <a:solidFill>
                  <a:schemeClr val="bg1"/>
                </a:solidFill>
              </a:rPr>
              <a:t>Vita Capelli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A71CA0CD-84FD-2105-7A50-2F302F471B47}"/>
              </a:ext>
            </a:extLst>
          </p:cNvPr>
          <p:cNvSpPr txBox="1"/>
          <p:nvPr/>
        </p:nvSpPr>
        <p:spPr>
          <a:xfrm>
            <a:off x="4302563" y="4253468"/>
            <a:ext cx="35868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Responsável: Fernanda Mascheti</a:t>
            </a:r>
          </a:p>
        </p:txBody>
      </p:sp>
    </p:spTree>
    <p:extLst>
      <p:ext uri="{BB962C8B-B14F-4D97-AF65-F5344CB8AC3E}">
        <p14:creationId xmlns:p14="http://schemas.microsoft.com/office/powerpoint/2010/main" val="34188768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3A2B56-1900-20BF-5AB9-5A677077F8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4">
                    <a:lumMod val="75000"/>
                  </a:schemeClr>
                </a:solidFill>
              </a:rPr>
              <a:t>Vita Capelli</a:t>
            </a:r>
            <a:endParaRPr lang="pt-BR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88C8E59-FB0F-5A80-C4AC-8538B6CEF1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>
                <a:solidFill>
                  <a:schemeClr val="accent4">
                    <a:lumMod val="75000"/>
                  </a:schemeClr>
                </a:solidFill>
              </a:rPr>
              <a:t>A Vita Capelli é um salão de beleza focado em procedimentos capilares, oferecendo soluções para hidratação, nutrição, reconstrução e transformação dos cabelos. Com um ambiente acolhedor e atendimento dedicado, a empresa promove a saúde dos fios e a satisfação de seus clientes.</a:t>
            </a:r>
          </a:p>
        </p:txBody>
      </p:sp>
      <p:sp>
        <p:nvSpPr>
          <p:cNvPr id="4" name="Forma Livre: Forma 3">
            <a:extLst>
              <a:ext uri="{FF2B5EF4-FFF2-40B4-BE49-F238E27FC236}">
                <a16:creationId xmlns:a16="http://schemas.microsoft.com/office/drawing/2014/main" id="{2B57EE9E-4B5F-53C5-C2BD-F977F9162BE6}"/>
              </a:ext>
            </a:extLst>
          </p:cNvPr>
          <p:cNvSpPr/>
          <p:nvPr/>
        </p:nvSpPr>
        <p:spPr>
          <a:xfrm>
            <a:off x="9956273" y="-832779"/>
            <a:ext cx="1348528" cy="7937770"/>
          </a:xfrm>
          <a:custGeom>
            <a:avLst/>
            <a:gdLst>
              <a:gd name="csX0" fmla="*/ 627420 w 1348528"/>
              <a:gd name="csY0" fmla="*/ 0 h 7937770"/>
              <a:gd name="csX1" fmla="*/ 277224 w 1348528"/>
              <a:gd name="csY1" fmla="*/ 1614791 h 7937770"/>
              <a:gd name="csX2" fmla="*/ 783062 w 1348528"/>
              <a:gd name="csY2" fmla="*/ 2548647 h 7937770"/>
              <a:gd name="csX3" fmla="*/ 724696 w 1348528"/>
              <a:gd name="csY3" fmla="*/ 3229583 h 7937770"/>
              <a:gd name="csX4" fmla="*/ 257769 w 1348528"/>
              <a:gd name="csY4" fmla="*/ 4241259 h 7937770"/>
              <a:gd name="csX5" fmla="*/ 1347267 w 1348528"/>
              <a:gd name="csY5" fmla="*/ 6147881 h 7937770"/>
              <a:gd name="csX6" fmla="*/ 4850 w 1348528"/>
              <a:gd name="csY6" fmla="*/ 7937770 h 793777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348528" h="7937770">
                <a:moveTo>
                  <a:pt x="627420" y="0"/>
                </a:moveTo>
                <a:cubicBezTo>
                  <a:pt x="439352" y="595008"/>
                  <a:pt x="251284" y="1190017"/>
                  <a:pt x="277224" y="1614791"/>
                </a:cubicBezTo>
                <a:cubicBezTo>
                  <a:pt x="303164" y="2039565"/>
                  <a:pt x="708483" y="2279515"/>
                  <a:pt x="783062" y="2548647"/>
                </a:cubicBezTo>
                <a:cubicBezTo>
                  <a:pt x="857641" y="2817779"/>
                  <a:pt x="812245" y="2947481"/>
                  <a:pt x="724696" y="3229583"/>
                </a:cubicBezTo>
                <a:cubicBezTo>
                  <a:pt x="637147" y="3511685"/>
                  <a:pt x="154007" y="3754876"/>
                  <a:pt x="257769" y="4241259"/>
                </a:cubicBezTo>
                <a:cubicBezTo>
                  <a:pt x="361531" y="4727642"/>
                  <a:pt x="1389420" y="5531796"/>
                  <a:pt x="1347267" y="6147881"/>
                </a:cubicBezTo>
                <a:cubicBezTo>
                  <a:pt x="1305114" y="6763966"/>
                  <a:pt x="-92427" y="7791855"/>
                  <a:pt x="4850" y="7937770"/>
                </a:cubicBezTo>
              </a:path>
            </a:pathLst>
          </a:custGeom>
          <a:noFill/>
          <a:ln>
            <a:solidFill>
              <a:schemeClr val="tx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Forma Livre: Forma 4">
            <a:extLst>
              <a:ext uri="{FF2B5EF4-FFF2-40B4-BE49-F238E27FC236}">
                <a16:creationId xmlns:a16="http://schemas.microsoft.com/office/drawing/2014/main" id="{6205082D-3274-9638-7145-07576740892F}"/>
              </a:ext>
            </a:extLst>
          </p:cNvPr>
          <p:cNvSpPr/>
          <p:nvPr/>
        </p:nvSpPr>
        <p:spPr>
          <a:xfrm>
            <a:off x="10361901" y="-1079770"/>
            <a:ext cx="1348528" cy="7937770"/>
          </a:xfrm>
          <a:custGeom>
            <a:avLst/>
            <a:gdLst>
              <a:gd name="csX0" fmla="*/ 627420 w 1348528"/>
              <a:gd name="csY0" fmla="*/ 0 h 7937770"/>
              <a:gd name="csX1" fmla="*/ 277224 w 1348528"/>
              <a:gd name="csY1" fmla="*/ 1614791 h 7937770"/>
              <a:gd name="csX2" fmla="*/ 783062 w 1348528"/>
              <a:gd name="csY2" fmla="*/ 2548647 h 7937770"/>
              <a:gd name="csX3" fmla="*/ 724696 w 1348528"/>
              <a:gd name="csY3" fmla="*/ 3229583 h 7937770"/>
              <a:gd name="csX4" fmla="*/ 257769 w 1348528"/>
              <a:gd name="csY4" fmla="*/ 4241259 h 7937770"/>
              <a:gd name="csX5" fmla="*/ 1347267 w 1348528"/>
              <a:gd name="csY5" fmla="*/ 6147881 h 7937770"/>
              <a:gd name="csX6" fmla="*/ 4850 w 1348528"/>
              <a:gd name="csY6" fmla="*/ 7937770 h 793777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348528" h="7937770">
                <a:moveTo>
                  <a:pt x="627420" y="0"/>
                </a:moveTo>
                <a:cubicBezTo>
                  <a:pt x="439352" y="595008"/>
                  <a:pt x="251284" y="1190017"/>
                  <a:pt x="277224" y="1614791"/>
                </a:cubicBezTo>
                <a:cubicBezTo>
                  <a:pt x="303164" y="2039565"/>
                  <a:pt x="708483" y="2279515"/>
                  <a:pt x="783062" y="2548647"/>
                </a:cubicBezTo>
                <a:cubicBezTo>
                  <a:pt x="857641" y="2817779"/>
                  <a:pt x="812245" y="2947481"/>
                  <a:pt x="724696" y="3229583"/>
                </a:cubicBezTo>
                <a:cubicBezTo>
                  <a:pt x="637147" y="3511685"/>
                  <a:pt x="154007" y="3754876"/>
                  <a:pt x="257769" y="4241259"/>
                </a:cubicBezTo>
                <a:cubicBezTo>
                  <a:pt x="361531" y="4727642"/>
                  <a:pt x="1389420" y="5531796"/>
                  <a:pt x="1347267" y="6147881"/>
                </a:cubicBezTo>
                <a:cubicBezTo>
                  <a:pt x="1305114" y="6763966"/>
                  <a:pt x="-92427" y="7791855"/>
                  <a:pt x="4850" y="7937770"/>
                </a:cubicBezTo>
              </a:path>
            </a:pathLst>
          </a:custGeom>
          <a:noFill/>
          <a:ln>
            <a:solidFill>
              <a:schemeClr val="tx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Forma Livre: Forma 5">
            <a:extLst>
              <a:ext uri="{FF2B5EF4-FFF2-40B4-BE49-F238E27FC236}">
                <a16:creationId xmlns:a16="http://schemas.microsoft.com/office/drawing/2014/main" id="{1EB97185-6130-E54B-A3C1-B526F207B6CD}"/>
              </a:ext>
            </a:extLst>
          </p:cNvPr>
          <p:cNvSpPr/>
          <p:nvPr/>
        </p:nvSpPr>
        <p:spPr>
          <a:xfrm>
            <a:off x="10593879" y="-1264038"/>
            <a:ext cx="1348528" cy="7937770"/>
          </a:xfrm>
          <a:custGeom>
            <a:avLst/>
            <a:gdLst>
              <a:gd name="csX0" fmla="*/ 627420 w 1348528"/>
              <a:gd name="csY0" fmla="*/ 0 h 7937770"/>
              <a:gd name="csX1" fmla="*/ 277224 w 1348528"/>
              <a:gd name="csY1" fmla="*/ 1614791 h 7937770"/>
              <a:gd name="csX2" fmla="*/ 783062 w 1348528"/>
              <a:gd name="csY2" fmla="*/ 2548647 h 7937770"/>
              <a:gd name="csX3" fmla="*/ 724696 w 1348528"/>
              <a:gd name="csY3" fmla="*/ 3229583 h 7937770"/>
              <a:gd name="csX4" fmla="*/ 257769 w 1348528"/>
              <a:gd name="csY4" fmla="*/ 4241259 h 7937770"/>
              <a:gd name="csX5" fmla="*/ 1347267 w 1348528"/>
              <a:gd name="csY5" fmla="*/ 6147881 h 7937770"/>
              <a:gd name="csX6" fmla="*/ 4850 w 1348528"/>
              <a:gd name="csY6" fmla="*/ 7937770 h 793777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348528" h="7937770">
                <a:moveTo>
                  <a:pt x="627420" y="0"/>
                </a:moveTo>
                <a:cubicBezTo>
                  <a:pt x="439352" y="595008"/>
                  <a:pt x="251284" y="1190017"/>
                  <a:pt x="277224" y="1614791"/>
                </a:cubicBezTo>
                <a:cubicBezTo>
                  <a:pt x="303164" y="2039565"/>
                  <a:pt x="708483" y="2279515"/>
                  <a:pt x="783062" y="2548647"/>
                </a:cubicBezTo>
                <a:cubicBezTo>
                  <a:pt x="857641" y="2817779"/>
                  <a:pt x="812245" y="2947481"/>
                  <a:pt x="724696" y="3229583"/>
                </a:cubicBezTo>
                <a:cubicBezTo>
                  <a:pt x="637147" y="3511685"/>
                  <a:pt x="154007" y="3754876"/>
                  <a:pt x="257769" y="4241259"/>
                </a:cubicBezTo>
                <a:cubicBezTo>
                  <a:pt x="361531" y="4727642"/>
                  <a:pt x="1389420" y="5531796"/>
                  <a:pt x="1347267" y="6147881"/>
                </a:cubicBezTo>
                <a:cubicBezTo>
                  <a:pt x="1305114" y="6763966"/>
                  <a:pt x="-92427" y="7791855"/>
                  <a:pt x="4850" y="7937770"/>
                </a:cubicBezTo>
              </a:path>
            </a:pathLst>
          </a:custGeom>
          <a:noFill/>
          <a:ln>
            <a:solidFill>
              <a:schemeClr val="tx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Forma Livre: Forma 6">
            <a:extLst>
              <a:ext uri="{FF2B5EF4-FFF2-40B4-BE49-F238E27FC236}">
                <a16:creationId xmlns:a16="http://schemas.microsoft.com/office/drawing/2014/main" id="{9B07B6B1-AC29-A751-C82A-6E80EA74D62C}"/>
              </a:ext>
            </a:extLst>
          </p:cNvPr>
          <p:cNvSpPr/>
          <p:nvPr/>
        </p:nvSpPr>
        <p:spPr>
          <a:xfrm>
            <a:off x="10159087" y="-1079770"/>
            <a:ext cx="1348528" cy="7937770"/>
          </a:xfrm>
          <a:custGeom>
            <a:avLst/>
            <a:gdLst>
              <a:gd name="csX0" fmla="*/ 627420 w 1348528"/>
              <a:gd name="csY0" fmla="*/ 0 h 7937770"/>
              <a:gd name="csX1" fmla="*/ 277224 w 1348528"/>
              <a:gd name="csY1" fmla="*/ 1614791 h 7937770"/>
              <a:gd name="csX2" fmla="*/ 783062 w 1348528"/>
              <a:gd name="csY2" fmla="*/ 2548647 h 7937770"/>
              <a:gd name="csX3" fmla="*/ 724696 w 1348528"/>
              <a:gd name="csY3" fmla="*/ 3229583 h 7937770"/>
              <a:gd name="csX4" fmla="*/ 257769 w 1348528"/>
              <a:gd name="csY4" fmla="*/ 4241259 h 7937770"/>
              <a:gd name="csX5" fmla="*/ 1347267 w 1348528"/>
              <a:gd name="csY5" fmla="*/ 6147881 h 7937770"/>
              <a:gd name="csX6" fmla="*/ 4850 w 1348528"/>
              <a:gd name="csY6" fmla="*/ 7937770 h 793777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348528" h="7937770">
                <a:moveTo>
                  <a:pt x="627420" y="0"/>
                </a:moveTo>
                <a:cubicBezTo>
                  <a:pt x="439352" y="595008"/>
                  <a:pt x="251284" y="1190017"/>
                  <a:pt x="277224" y="1614791"/>
                </a:cubicBezTo>
                <a:cubicBezTo>
                  <a:pt x="303164" y="2039565"/>
                  <a:pt x="708483" y="2279515"/>
                  <a:pt x="783062" y="2548647"/>
                </a:cubicBezTo>
                <a:cubicBezTo>
                  <a:pt x="857641" y="2817779"/>
                  <a:pt x="812245" y="2947481"/>
                  <a:pt x="724696" y="3229583"/>
                </a:cubicBezTo>
                <a:cubicBezTo>
                  <a:pt x="637147" y="3511685"/>
                  <a:pt x="154007" y="3754876"/>
                  <a:pt x="257769" y="4241259"/>
                </a:cubicBezTo>
                <a:cubicBezTo>
                  <a:pt x="361531" y="4727642"/>
                  <a:pt x="1389420" y="5531796"/>
                  <a:pt x="1347267" y="6147881"/>
                </a:cubicBezTo>
                <a:cubicBezTo>
                  <a:pt x="1305114" y="6763966"/>
                  <a:pt x="-92427" y="7791855"/>
                  <a:pt x="4850" y="7937770"/>
                </a:cubicBezTo>
              </a:path>
            </a:pathLst>
          </a:custGeom>
          <a:noFill/>
          <a:ln>
            <a:solidFill>
              <a:schemeClr val="tx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Forma Livre: Forma 8">
            <a:extLst>
              <a:ext uri="{FF2B5EF4-FFF2-40B4-BE49-F238E27FC236}">
                <a16:creationId xmlns:a16="http://schemas.microsoft.com/office/drawing/2014/main" id="{0E22286B-3D93-6952-22B7-02BDFA6A9638}"/>
              </a:ext>
            </a:extLst>
          </p:cNvPr>
          <p:cNvSpPr/>
          <p:nvPr/>
        </p:nvSpPr>
        <p:spPr>
          <a:xfrm>
            <a:off x="10514301" y="-1511029"/>
            <a:ext cx="1348528" cy="7937770"/>
          </a:xfrm>
          <a:custGeom>
            <a:avLst/>
            <a:gdLst>
              <a:gd name="csX0" fmla="*/ 627420 w 1348528"/>
              <a:gd name="csY0" fmla="*/ 0 h 7937770"/>
              <a:gd name="csX1" fmla="*/ 277224 w 1348528"/>
              <a:gd name="csY1" fmla="*/ 1614791 h 7937770"/>
              <a:gd name="csX2" fmla="*/ 783062 w 1348528"/>
              <a:gd name="csY2" fmla="*/ 2548647 h 7937770"/>
              <a:gd name="csX3" fmla="*/ 724696 w 1348528"/>
              <a:gd name="csY3" fmla="*/ 3229583 h 7937770"/>
              <a:gd name="csX4" fmla="*/ 257769 w 1348528"/>
              <a:gd name="csY4" fmla="*/ 4241259 h 7937770"/>
              <a:gd name="csX5" fmla="*/ 1347267 w 1348528"/>
              <a:gd name="csY5" fmla="*/ 6147881 h 7937770"/>
              <a:gd name="csX6" fmla="*/ 4850 w 1348528"/>
              <a:gd name="csY6" fmla="*/ 7937770 h 793777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348528" h="7937770">
                <a:moveTo>
                  <a:pt x="627420" y="0"/>
                </a:moveTo>
                <a:cubicBezTo>
                  <a:pt x="439352" y="595008"/>
                  <a:pt x="251284" y="1190017"/>
                  <a:pt x="277224" y="1614791"/>
                </a:cubicBezTo>
                <a:cubicBezTo>
                  <a:pt x="303164" y="2039565"/>
                  <a:pt x="708483" y="2279515"/>
                  <a:pt x="783062" y="2548647"/>
                </a:cubicBezTo>
                <a:cubicBezTo>
                  <a:pt x="857641" y="2817779"/>
                  <a:pt x="812245" y="2947481"/>
                  <a:pt x="724696" y="3229583"/>
                </a:cubicBezTo>
                <a:cubicBezTo>
                  <a:pt x="637147" y="3511685"/>
                  <a:pt x="154007" y="3754876"/>
                  <a:pt x="257769" y="4241259"/>
                </a:cubicBezTo>
                <a:cubicBezTo>
                  <a:pt x="361531" y="4727642"/>
                  <a:pt x="1389420" y="5531796"/>
                  <a:pt x="1347267" y="6147881"/>
                </a:cubicBezTo>
                <a:cubicBezTo>
                  <a:pt x="1305114" y="6763966"/>
                  <a:pt x="-92427" y="7791855"/>
                  <a:pt x="4850" y="7937770"/>
                </a:cubicBezTo>
              </a:path>
            </a:pathLst>
          </a:custGeom>
          <a:noFill/>
          <a:ln>
            <a:solidFill>
              <a:schemeClr val="tx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995838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60000"/>
            <a:lumOff val="4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C99055F-19F4-3DAC-EE8F-FD6D727DAD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B0D3E6-1F60-9651-B788-706BD5D18B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351930"/>
            <a:ext cx="10515600" cy="1132854"/>
          </a:xfrm>
        </p:spPr>
        <p:txBody>
          <a:bodyPr anchor="t"/>
          <a:lstStyle/>
          <a:p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Britannic Bold" panose="020B0903060703020204" pitchFamily="34" charset="0"/>
              </a:rPr>
              <a:t>[db_vita_capelli]</a:t>
            </a:r>
            <a:endParaRPr lang="pt-BR" dirty="0">
              <a:solidFill>
                <a:schemeClr val="accent4">
                  <a:lumMod val="20000"/>
                  <a:lumOff val="80000"/>
                </a:schemeClr>
              </a:solidFill>
              <a:latin typeface="Britannic Bold" panose="020B0903060703020204" pitchFamily="34" charset="0"/>
            </a:endParaRP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599A741-2F92-DF70-B1B9-AE1B3EB37F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3916017"/>
            <a:ext cx="10515600" cy="2173633"/>
          </a:xfrm>
        </p:spPr>
        <p:txBody>
          <a:bodyPr>
            <a:normAutofit/>
          </a:bodyPr>
          <a:lstStyle/>
          <a:p>
            <a:r>
              <a:rPr lang="pt-BR" dirty="0">
                <a:solidFill>
                  <a:schemeClr val="accent4">
                    <a:lumMod val="50000"/>
                  </a:schemeClr>
                </a:solidFill>
              </a:rPr>
              <a:t>O sistema gerencia os clientes de um salão de beleza especializado em procedimentos capilares e os serviços oferecidos. Permitindo registrar cada atendimento realizado, relacionando um cliente ao procedimento executado, além da data, observações e status do atendimento. Dessa forma, o salão pode manter um histórico organizado dos serviços prestados e acompanhar seus atendimentos.</a:t>
            </a:r>
          </a:p>
        </p:txBody>
      </p:sp>
      <p:sp>
        <p:nvSpPr>
          <p:cNvPr id="8" name="Forma Livre: Forma 7">
            <a:extLst>
              <a:ext uri="{FF2B5EF4-FFF2-40B4-BE49-F238E27FC236}">
                <a16:creationId xmlns:a16="http://schemas.microsoft.com/office/drawing/2014/main" id="{60F945B4-4556-7305-38F0-F67806D8E63C}"/>
              </a:ext>
            </a:extLst>
          </p:cNvPr>
          <p:cNvSpPr/>
          <p:nvPr/>
        </p:nvSpPr>
        <p:spPr>
          <a:xfrm>
            <a:off x="-1913106" y="2517455"/>
            <a:ext cx="10719880" cy="849055"/>
          </a:xfrm>
          <a:custGeom>
            <a:avLst/>
            <a:gdLst>
              <a:gd name="csX0" fmla="*/ 0 w 9961123"/>
              <a:gd name="csY0" fmla="*/ 3404681 h 3792353"/>
              <a:gd name="csX1" fmla="*/ 2256817 w 9961123"/>
              <a:gd name="csY1" fmla="*/ 3618689 h 3792353"/>
              <a:gd name="csX2" fmla="*/ 4669276 w 9961123"/>
              <a:gd name="csY2" fmla="*/ 1186774 h 3792353"/>
              <a:gd name="csX3" fmla="*/ 7568119 w 9961123"/>
              <a:gd name="csY3" fmla="*/ 3326859 h 3792353"/>
              <a:gd name="csX4" fmla="*/ 9961123 w 9961123"/>
              <a:gd name="csY4" fmla="*/ 0 h 379235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9961123" h="3792353">
                <a:moveTo>
                  <a:pt x="0" y="3404681"/>
                </a:moveTo>
                <a:cubicBezTo>
                  <a:pt x="739302" y="3696510"/>
                  <a:pt x="1478604" y="3988340"/>
                  <a:pt x="2256817" y="3618689"/>
                </a:cubicBezTo>
                <a:cubicBezTo>
                  <a:pt x="3035030" y="3249038"/>
                  <a:pt x="3784059" y="1235412"/>
                  <a:pt x="4669276" y="1186774"/>
                </a:cubicBezTo>
                <a:cubicBezTo>
                  <a:pt x="5554493" y="1138136"/>
                  <a:pt x="6686145" y="3524655"/>
                  <a:pt x="7568119" y="3326859"/>
                </a:cubicBezTo>
                <a:cubicBezTo>
                  <a:pt x="8450093" y="3129063"/>
                  <a:pt x="9507166" y="596630"/>
                  <a:pt x="9961123" y="0"/>
                </a:cubicBezTo>
              </a:path>
            </a:pathLst>
          </a:custGeom>
          <a:noFill/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542517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EBB52B-94F0-2FF9-F537-F8C23DE9B4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4">
                    <a:lumMod val="75000"/>
                  </a:schemeClr>
                </a:solidFill>
              </a:rPr>
              <a:t>As </a:t>
            </a:r>
            <a:r>
              <a:rPr lang="en-US" b="1" dirty="0" err="1">
                <a:solidFill>
                  <a:schemeClr val="accent4">
                    <a:lumMod val="75000"/>
                  </a:schemeClr>
                </a:solidFill>
              </a:rPr>
              <a:t>entidades</a:t>
            </a:r>
            <a:endParaRPr lang="pt-BR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425BCA1-4D2B-E57A-5CE4-031C318093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>
                <a:solidFill>
                  <a:schemeClr val="accent4">
                    <a:lumMod val="75000"/>
                  </a:schemeClr>
                </a:solidFill>
              </a:rPr>
              <a:t>Pessoa: </a:t>
            </a:r>
            <a:r>
              <a:rPr lang="pt-BR" dirty="0">
                <a:solidFill>
                  <a:schemeClr val="accent4">
                    <a:lumMod val="75000"/>
                  </a:schemeClr>
                </a:solidFill>
              </a:rPr>
              <a:t>representa os clientes do salão. Armazena dados como nome, e-mail, telefone, data de nascimento e status (ativo/inativo).</a:t>
            </a:r>
          </a:p>
          <a:p>
            <a:pPr marL="0" indent="0">
              <a:buNone/>
            </a:pPr>
            <a:r>
              <a:rPr lang="pt-BR" dirty="0">
                <a:solidFill>
                  <a:schemeClr val="accent4">
                    <a:lumMod val="75000"/>
                  </a:schemeClr>
                </a:solidFill>
              </a:rPr>
              <a:t> </a:t>
            </a:r>
            <a:endParaRPr lang="en-US" dirty="0">
              <a:solidFill>
                <a:schemeClr val="accent4">
                  <a:lumMod val="75000"/>
                </a:schemeClr>
              </a:solidFill>
            </a:endParaRPr>
          </a:p>
          <a:p>
            <a:r>
              <a:rPr lang="en-US" b="1" dirty="0">
                <a:solidFill>
                  <a:schemeClr val="accent4">
                    <a:lumMod val="75000"/>
                  </a:schemeClr>
                </a:solidFill>
              </a:rPr>
              <a:t>Item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: </a:t>
            </a:r>
            <a:r>
              <a:rPr lang="pt-BR" dirty="0">
                <a:solidFill>
                  <a:schemeClr val="accent4">
                    <a:lumMod val="75000"/>
                  </a:schemeClr>
                </a:solidFill>
              </a:rPr>
              <a:t>representa os serviços oferecidos pelo salão (hidratação, cauterização, reconstrução, progressiva, corte, escova etc.)</a:t>
            </a:r>
          </a:p>
          <a:p>
            <a:pPr marL="0" indent="0">
              <a:buNone/>
            </a:pPr>
            <a:endParaRPr lang="en-US" dirty="0">
              <a:solidFill>
                <a:schemeClr val="accent4">
                  <a:lumMod val="75000"/>
                </a:schemeClr>
              </a:solidFill>
            </a:endParaRPr>
          </a:p>
          <a:p>
            <a:r>
              <a:rPr lang="en-US" b="1" dirty="0">
                <a:solidFill>
                  <a:schemeClr val="accent4">
                    <a:lumMod val="75000"/>
                  </a:schemeClr>
                </a:solidFill>
              </a:rPr>
              <a:t>Registro: </a:t>
            </a:r>
            <a:r>
              <a:rPr lang="pt-BR" dirty="0">
                <a:solidFill>
                  <a:schemeClr val="accent4">
                    <a:lumMod val="75000"/>
                  </a:schemeClr>
                </a:solidFill>
              </a:rPr>
              <a:t>representa cada atendimento realizado. Ele informa qual cliente realizou qual procedimento, a data do atendimento, observações (por exemplo, alergias, produtos utilizados ou recomendações) e o status do registro (agendado, concluído, cancelado).</a:t>
            </a:r>
          </a:p>
        </p:txBody>
      </p:sp>
    </p:spTree>
    <p:extLst>
      <p:ext uri="{BB962C8B-B14F-4D97-AF65-F5344CB8AC3E}">
        <p14:creationId xmlns:p14="http://schemas.microsoft.com/office/powerpoint/2010/main" val="18442536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24F4FD-E36A-76DD-48A5-A535C2305D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98C204-5479-FFC4-30C5-95727502CD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4">
                    <a:lumMod val="75000"/>
                  </a:schemeClr>
                </a:solidFill>
              </a:rPr>
              <a:t>UPDATE:</a:t>
            </a:r>
            <a:endParaRPr lang="pt-BR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1E51343-9EEA-E0FE-0549-E4A3D52F95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801565"/>
            <a:ext cx="10515600" cy="3375397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pt-BR" dirty="0"/>
              <a:t>Comando SQL: 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>
                <a:solidFill>
                  <a:schemeClr val="accent2"/>
                </a:solidFill>
                <a:latin typeface="Consolas" panose="020B0609020204030204" pitchFamily="49" charset="0"/>
              </a:rPr>
              <a:t>UPDATE</a:t>
            </a:r>
            <a:r>
              <a:rPr lang="pt-BR" dirty="0">
                <a:latin typeface="Consolas" panose="020B0609020204030204" pitchFamily="49" charset="0"/>
              </a:rPr>
              <a:t> registro </a:t>
            </a:r>
          </a:p>
          <a:p>
            <a:pPr marL="0" indent="0">
              <a:buNone/>
            </a:pPr>
            <a:r>
              <a:rPr lang="pt-BR" dirty="0">
                <a:solidFill>
                  <a:schemeClr val="accent2"/>
                </a:solidFill>
                <a:latin typeface="Consolas" panose="020B0609020204030204" pitchFamily="49" charset="0"/>
              </a:rPr>
              <a:t>SET</a:t>
            </a:r>
            <a:r>
              <a:rPr lang="pt-BR" dirty="0">
                <a:latin typeface="Consolas" panose="020B0609020204030204" pitchFamily="49" charset="0"/>
              </a:rPr>
              <a:t> </a:t>
            </a:r>
            <a:r>
              <a:rPr lang="pt-BR" dirty="0" err="1">
                <a:latin typeface="Consolas" panose="020B0609020204030204" pitchFamily="49" charset="0"/>
              </a:rPr>
              <a:t>status_registro</a:t>
            </a:r>
            <a:r>
              <a:rPr lang="pt-BR" dirty="0">
                <a:latin typeface="Consolas" panose="020B0609020204030204" pitchFamily="49" charset="0"/>
              </a:rPr>
              <a:t> = '</a:t>
            </a:r>
            <a:r>
              <a:rPr lang="pt-BR" dirty="0" err="1">
                <a:latin typeface="Consolas" panose="020B0609020204030204" pitchFamily="49" charset="0"/>
              </a:rPr>
              <a:t>concluido</a:t>
            </a:r>
            <a:r>
              <a:rPr lang="pt-BR" dirty="0">
                <a:latin typeface="Consolas" panose="020B0609020204030204" pitchFamily="49" charset="0"/>
              </a:rPr>
              <a:t>’ </a:t>
            </a:r>
          </a:p>
          <a:p>
            <a:pPr marL="0" indent="0">
              <a:buNone/>
            </a:pPr>
            <a:r>
              <a:rPr lang="pt-BR" dirty="0">
                <a:solidFill>
                  <a:schemeClr val="accent2"/>
                </a:solidFill>
                <a:latin typeface="Consolas" panose="020B0609020204030204" pitchFamily="49" charset="0"/>
              </a:rPr>
              <a:t>WHERE</a:t>
            </a:r>
            <a:r>
              <a:rPr lang="pt-BR" dirty="0">
                <a:latin typeface="Consolas" panose="020B0609020204030204" pitchFamily="49" charset="0"/>
              </a:rPr>
              <a:t> </a:t>
            </a:r>
            <a:r>
              <a:rPr lang="pt-BR" dirty="0" err="1">
                <a:latin typeface="Consolas" panose="020B0609020204030204" pitchFamily="49" charset="0"/>
              </a:rPr>
              <a:t>id_registro</a:t>
            </a:r>
            <a:r>
              <a:rPr lang="pt-BR" dirty="0">
                <a:latin typeface="Consolas" panose="020B0609020204030204" pitchFamily="49" charset="0"/>
              </a:rPr>
              <a:t> = 1;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/>
              <a:t>O que mudou no banco depois de executar: 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70B92B80-FAB4-A1AB-8BC8-0B386968CD3E}"/>
              </a:ext>
            </a:extLst>
          </p:cNvPr>
          <p:cNvSpPr txBox="1"/>
          <p:nvPr/>
        </p:nvSpPr>
        <p:spPr>
          <a:xfrm>
            <a:off x="838199" y="1568140"/>
            <a:ext cx="1079608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dirty="0"/>
              <a:t>Uma cliente fez um atendimento de hidratação que ainda está como "agendado", mas ela já compareceu e o serviço foi concluído. Como atualizamos o status desse registro para "concluído"?</a:t>
            </a:r>
          </a:p>
        </p:txBody>
      </p:sp>
    </p:spTree>
    <p:extLst>
      <p:ext uri="{BB962C8B-B14F-4D97-AF65-F5344CB8AC3E}">
        <p14:creationId xmlns:p14="http://schemas.microsoft.com/office/powerpoint/2010/main" val="29241470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9EA998-7B05-8A75-3BDF-42E9A65E94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9FB598-BE0D-7261-47FB-CDA44BEFEA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4">
                    <a:lumMod val="75000"/>
                  </a:schemeClr>
                </a:solidFill>
              </a:rPr>
              <a:t>DELETE:</a:t>
            </a:r>
            <a:endParaRPr lang="pt-BR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8FB6C7D-CC3A-E8B9-7054-F0942892E0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073939"/>
            <a:ext cx="10515600" cy="310302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pt-BR" dirty="0"/>
              <a:t>Comando SQL: 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>
                <a:solidFill>
                  <a:schemeClr val="accent2"/>
                </a:solidFill>
                <a:latin typeface="Consolas" panose="020B0609020204030204" pitchFamily="49" charset="0"/>
              </a:rPr>
              <a:t>DELETE</a:t>
            </a:r>
            <a:r>
              <a:rPr lang="pt-BR" dirty="0">
                <a:latin typeface="Consolas" panose="020B0609020204030204" pitchFamily="49" charset="0"/>
              </a:rPr>
              <a:t> </a:t>
            </a:r>
            <a:r>
              <a:rPr lang="pt-BR" dirty="0">
                <a:solidFill>
                  <a:schemeClr val="accent2"/>
                </a:solidFill>
                <a:latin typeface="Consolas" panose="020B0609020204030204" pitchFamily="49" charset="0"/>
              </a:rPr>
              <a:t>FROM</a:t>
            </a:r>
            <a:r>
              <a:rPr lang="pt-BR" dirty="0">
                <a:latin typeface="Consolas" panose="020B0609020204030204" pitchFamily="49" charset="0"/>
              </a:rPr>
              <a:t> registro</a:t>
            </a:r>
          </a:p>
          <a:p>
            <a:pPr marL="0" indent="0">
              <a:buNone/>
            </a:pPr>
            <a:r>
              <a:rPr lang="pt-BR" dirty="0">
                <a:solidFill>
                  <a:schemeClr val="accent2"/>
                </a:solidFill>
                <a:latin typeface="Consolas" panose="020B0609020204030204" pitchFamily="49" charset="0"/>
              </a:rPr>
              <a:t>WHERE</a:t>
            </a:r>
            <a:r>
              <a:rPr lang="pt-BR" dirty="0">
                <a:latin typeface="Consolas" panose="020B0609020204030204" pitchFamily="49" charset="0"/>
              </a:rPr>
              <a:t> </a:t>
            </a:r>
            <a:r>
              <a:rPr lang="pt-BR" dirty="0" err="1">
                <a:latin typeface="Consolas" panose="020B0609020204030204" pitchFamily="49" charset="0"/>
              </a:rPr>
              <a:t>status_registro</a:t>
            </a:r>
            <a:r>
              <a:rPr lang="pt-BR" dirty="0">
                <a:latin typeface="Consolas" panose="020B0609020204030204" pitchFamily="49" charset="0"/>
              </a:rPr>
              <a:t> = 'cancelado'</a:t>
            </a:r>
          </a:p>
          <a:p>
            <a:pPr marL="0" indent="0">
              <a:buNone/>
            </a:pPr>
            <a:r>
              <a:rPr lang="pt-BR" dirty="0">
                <a:solidFill>
                  <a:schemeClr val="accent2"/>
                </a:solidFill>
                <a:latin typeface="Consolas" panose="020B0609020204030204" pitchFamily="49" charset="0"/>
              </a:rPr>
              <a:t>AND</a:t>
            </a:r>
            <a:r>
              <a:rPr lang="pt-BR" dirty="0">
                <a:latin typeface="Consolas" panose="020B0609020204030204" pitchFamily="49" charset="0"/>
              </a:rPr>
              <a:t> </a:t>
            </a:r>
            <a:r>
              <a:rPr lang="pt-BR" dirty="0" err="1">
                <a:latin typeface="Consolas" panose="020B0609020204030204" pitchFamily="49" charset="0"/>
              </a:rPr>
              <a:t>data_registro</a:t>
            </a:r>
            <a:r>
              <a:rPr lang="pt-BR" dirty="0">
                <a:latin typeface="Consolas" panose="020B0609020204030204" pitchFamily="49" charset="0"/>
              </a:rPr>
              <a:t> &lt; '2025-01-01';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/>
              <a:t>O que foi removido e por quê fazia sentido remover: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E15A3196-606D-F38A-6468-E7E2C9816DC0}"/>
              </a:ext>
            </a:extLst>
          </p:cNvPr>
          <p:cNvSpPr txBox="1"/>
          <p:nvPr/>
        </p:nvSpPr>
        <p:spPr>
          <a:xfrm>
            <a:off x="838200" y="1690688"/>
            <a:ext cx="10515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Um cliente cancelou um agendamento e a empresa decidiu remover registros de atendimentos cancelados há mais de um ano para manter a base organizada. Como excluímos esses registros antigos?</a:t>
            </a:r>
          </a:p>
        </p:txBody>
      </p:sp>
    </p:spTree>
    <p:extLst>
      <p:ext uri="{BB962C8B-B14F-4D97-AF65-F5344CB8AC3E}">
        <p14:creationId xmlns:p14="http://schemas.microsoft.com/office/powerpoint/2010/main" val="3381306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6F7F6-9ECD-8397-6859-3AA683DA3B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4D774D-10BD-BD47-7560-603D71483E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4">
                    <a:lumMod val="75000"/>
                  </a:schemeClr>
                </a:solidFill>
              </a:rPr>
              <a:t>ALTER TABLE:</a:t>
            </a:r>
            <a:endParaRPr lang="pt-BR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6CD7F99-C1F2-3104-F02D-5811778C2B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996118"/>
            <a:ext cx="10515600" cy="318084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dirty="0"/>
              <a:t>Comando SQL: 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>
                <a:solidFill>
                  <a:schemeClr val="accent2"/>
                </a:solidFill>
                <a:latin typeface="Consolas" panose="020B0609020204030204" pitchFamily="49" charset="0"/>
              </a:rPr>
              <a:t>ALTER</a:t>
            </a:r>
            <a:r>
              <a:rPr lang="pt-BR" dirty="0">
                <a:latin typeface="Consolas" panose="020B0609020204030204" pitchFamily="49" charset="0"/>
              </a:rPr>
              <a:t> </a:t>
            </a:r>
            <a:r>
              <a:rPr lang="pt-BR" dirty="0">
                <a:solidFill>
                  <a:schemeClr val="accent2"/>
                </a:solidFill>
                <a:latin typeface="Consolas" panose="020B0609020204030204" pitchFamily="49" charset="0"/>
              </a:rPr>
              <a:t>TABLE</a:t>
            </a:r>
            <a:r>
              <a:rPr lang="pt-BR" dirty="0">
                <a:latin typeface="Consolas" panose="020B0609020204030204" pitchFamily="49" charset="0"/>
              </a:rPr>
              <a:t> pessoa</a:t>
            </a:r>
          </a:p>
          <a:p>
            <a:pPr marL="0" indent="0">
              <a:buNone/>
            </a:pPr>
            <a:r>
              <a:rPr lang="pt-BR" dirty="0">
                <a:solidFill>
                  <a:schemeClr val="accent2"/>
                </a:solidFill>
                <a:latin typeface="Consolas" panose="020B0609020204030204" pitchFamily="49" charset="0"/>
              </a:rPr>
              <a:t>ADD</a:t>
            </a:r>
            <a:r>
              <a:rPr lang="pt-BR" dirty="0">
                <a:latin typeface="Consolas" panose="020B0609020204030204" pitchFamily="49" charset="0"/>
              </a:rPr>
              <a:t> </a:t>
            </a:r>
            <a:r>
              <a:rPr lang="pt-BR" dirty="0">
                <a:solidFill>
                  <a:schemeClr val="accent2"/>
                </a:solidFill>
                <a:latin typeface="Consolas" panose="020B0609020204030204" pitchFamily="49" charset="0"/>
              </a:rPr>
              <a:t>COLUMN</a:t>
            </a:r>
            <a:r>
              <a:rPr lang="pt-BR" dirty="0">
                <a:latin typeface="Consolas" panose="020B0609020204030204" pitchFamily="49" charset="0"/>
              </a:rPr>
              <a:t> </a:t>
            </a:r>
            <a:r>
              <a:rPr lang="pt-BR" dirty="0" err="1">
                <a:latin typeface="Consolas" panose="020B0609020204030204" pitchFamily="49" charset="0"/>
              </a:rPr>
              <a:t>alergia_conhecida</a:t>
            </a:r>
            <a:r>
              <a:rPr lang="pt-BR" dirty="0">
                <a:latin typeface="Consolas" panose="020B0609020204030204" pitchFamily="49" charset="0"/>
              </a:rPr>
              <a:t> VARCHAR(100);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/>
              <a:t>Que necessidade do sistema motivou essa mudança na estrutura: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277DE65F-3228-382F-C97A-6E0B7910FA5D}"/>
              </a:ext>
            </a:extLst>
          </p:cNvPr>
          <p:cNvSpPr txBox="1"/>
          <p:nvPr/>
        </p:nvSpPr>
        <p:spPr>
          <a:xfrm>
            <a:off x="838200" y="1381965"/>
            <a:ext cx="1069880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O salão percebeu que, além das observações em texto livre, seria útil registrar se a cliente tem alguma alergia conhecida, algo que precisa aparecer rapidamente, sem precisar ler todo o campo de observação. Como adicionamos essa informação como uma nova coluna na tabela pessoa?</a:t>
            </a:r>
          </a:p>
        </p:txBody>
      </p:sp>
    </p:spTree>
    <p:extLst>
      <p:ext uri="{BB962C8B-B14F-4D97-AF65-F5344CB8AC3E}">
        <p14:creationId xmlns:p14="http://schemas.microsoft.com/office/powerpoint/2010/main" val="5536783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CAB16C-1CA3-C384-143E-354B4F9E49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92F934-7B04-7BA4-6ECD-620852E05B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4">
                    <a:lumMod val="75000"/>
                  </a:schemeClr>
                </a:solidFill>
              </a:rPr>
              <a:t>Como </a:t>
            </a:r>
            <a:r>
              <a:rPr lang="en-US" b="1" dirty="0" err="1">
                <a:solidFill>
                  <a:schemeClr val="accent4">
                    <a:lumMod val="75000"/>
                  </a:schemeClr>
                </a:solidFill>
              </a:rPr>
              <a:t>foi</a:t>
            </a:r>
            <a:r>
              <a:rPr lang="en-US" b="1" dirty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accent4">
                    <a:lumMod val="75000"/>
                  </a:schemeClr>
                </a:solidFill>
              </a:rPr>
              <a:t>trabalhar</a:t>
            </a:r>
            <a:r>
              <a:rPr lang="en-US" b="1" dirty="0">
                <a:solidFill>
                  <a:schemeClr val="accent4">
                    <a:lumMod val="75000"/>
                  </a:schemeClr>
                </a:solidFill>
              </a:rPr>
              <a:t> com a IA?</a:t>
            </a:r>
            <a:endParaRPr lang="pt-BR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9484FAC-F20B-9D83-9E52-2E8A4B1FA2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8745" y="1825625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dirty="0"/>
              <a:t>Usei IA para gerar os dados fictícios e me ajudar a formular as perguntas de negócio para UPDATE, DELETE e ALTER TABLE. Mas tive alguns desafios ao usá-la. </a:t>
            </a:r>
          </a:p>
          <a:p>
            <a:pPr marL="0" indent="0">
              <a:buNone/>
            </a:pPr>
            <a:r>
              <a:rPr lang="pt-BR" dirty="0"/>
              <a:t>Por exemplo: a IA me sugeriu comandos tecnicamente correto, mas que não faz sentido para a realidade do banco de dados existente, tive que fazer com que ela entendesse os atributos que já tinham, que não inventasse ou me sugerisse colocar coisas que não cabia para a atividade proposta. Por isso, a IA funcionou como uma ferramenta de apoio, agilizando a escrita do SQL e ajudando a pensar em variações de perguntas. </a:t>
            </a:r>
          </a:p>
        </p:txBody>
      </p:sp>
    </p:spTree>
    <p:extLst>
      <p:ext uri="{BB962C8B-B14F-4D97-AF65-F5344CB8AC3E}">
        <p14:creationId xmlns:p14="http://schemas.microsoft.com/office/powerpoint/2010/main" val="253176951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MInhaPaleta">
      <a:dk1>
        <a:srgbClr val="954F72"/>
      </a:dk1>
      <a:lt1>
        <a:srgbClr val="FFFFFF"/>
      </a:lt1>
      <a:dk2>
        <a:srgbClr val="0029FF"/>
      </a:dk2>
      <a:lt2>
        <a:srgbClr val="F7E9DE"/>
      </a:lt2>
      <a:accent1>
        <a:srgbClr val="0029FF"/>
      </a:accent1>
      <a:accent2>
        <a:srgbClr val="FE470A"/>
      </a:accent2>
      <a:accent3>
        <a:srgbClr val="CFDD2F"/>
      </a:accent3>
      <a:accent4>
        <a:srgbClr val="FF82A9"/>
      </a:accent4>
      <a:accent5>
        <a:srgbClr val="EA631B"/>
      </a:accent5>
      <a:accent6>
        <a:srgbClr val="FFB51F"/>
      </a:accent6>
      <a:hlink>
        <a:srgbClr val="A6171C"/>
      </a:hlink>
      <a:folHlink>
        <a:srgbClr val="954F72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140</TotalTime>
  <Words>549</Words>
  <Application>Microsoft Office PowerPoint</Application>
  <PresentationFormat>Widescreen</PresentationFormat>
  <Paragraphs>41</Paragraphs>
  <Slides>8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8</vt:i4>
      </vt:variant>
    </vt:vector>
  </HeadingPairs>
  <TitlesOfParts>
    <vt:vector size="14" baseType="lpstr">
      <vt:lpstr>Aptos</vt:lpstr>
      <vt:lpstr>Aptos Display</vt:lpstr>
      <vt:lpstr>Arial</vt:lpstr>
      <vt:lpstr>Britannic Bold</vt:lpstr>
      <vt:lpstr>Consolas</vt:lpstr>
      <vt:lpstr>Tema do Office</vt:lpstr>
      <vt:lpstr>Banco de dados da empresa  Vita Capelli</vt:lpstr>
      <vt:lpstr>Vita Capelli</vt:lpstr>
      <vt:lpstr>[db_vita_capelli]</vt:lpstr>
      <vt:lpstr>As entidades</vt:lpstr>
      <vt:lpstr>UPDATE:</vt:lpstr>
      <vt:lpstr>DELETE:</vt:lpstr>
      <vt:lpstr>ALTER TABLE:</vt:lpstr>
      <vt:lpstr>Como foi trabalhar com a IA?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Fernanda Feijó Mascheti</dc:creator>
  <cp:lastModifiedBy>Fernanda Feijo Mascheti</cp:lastModifiedBy>
  <cp:revision>1</cp:revision>
  <dcterms:created xsi:type="dcterms:W3CDTF">2026-05-03T22:21:04Z</dcterms:created>
  <dcterms:modified xsi:type="dcterms:W3CDTF">2026-06-30T12:56:12Z</dcterms:modified>
</cp:coreProperties>
</file>